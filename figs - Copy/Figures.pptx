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9" r:id="rId3"/>
    <p:sldId id="275" r:id="rId4"/>
    <p:sldId id="263" r:id="rId5"/>
    <p:sldId id="266" r:id="rId6"/>
    <p:sldId id="268" r:id="rId7"/>
    <p:sldId id="276" r:id="rId8"/>
    <p:sldId id="277" r:id="rId9"/>
    <p:sldId id="278" r:id="rId10"/>
    <p:sldId id="274" r:id="rId11"/>
    <p:sldId id="273" r:id="rId12"/>
    <p:sldId id="267"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12C23A-CA57-4CC8-8333-7DE0AA523C5A}" v="4" dt="2026-01-24T04:55:25.7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62" autoAdjust="0"/>
    <p:restoredTop sz="94660"/>
  </p:normalViewPr>
  <p:slideViewPr>
    <p:cSldViewPr snapToGrid="0">
      <p:cViewPr varScale="1">
        <p:scale>
          <a:sx n="107" d="100"/>
          <a:sy n="107" d="100"/>
        </p:scale>
        <p:origin x="78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krawal, Arjun" userId="1b69a048-c6a1-4e41-816d-1e92891910c1" providerId="ADAL" clId="{CCC3BBF2-12F1-464E-BA5E-AA5BA086ED71}"/>
    <pc:docChg chg="undo custSel addSld delSld modSld sldOrd">
      <pc:chgData name="Chakrawal, Arjun" userId="1b69a048-c6a1-4e41-816d-1e92891910c1" providerId="ADAL" clId="{CCC3BBF2-12F1-464E-BA5E-AA5BA086ED71}" dt="2026-01-24T04:55:26.797" v="1084" actId="21"/>
      <pc:docMkLst>
        <pc:docMk/>
      </pc:docMkLst>
      <pc:sldChg chg="addSp delSp modSp mod">
        <pc:chgData name="Chakrawal, Arjun" userId="1b69a048-c6a1-4e41-816d-1e92891910c1" providerId="ADAL" clId="{CCC3BBF2-12F1-464E-BA5E-AA5BA086ED71}" dt="2026-01-10T03:48:04.639" v="13" actId="403"/>
        <pc:sldMkLst>
          <pc:docMk/>
          <pc:sldMk cId="355393718" sldId="259"/>
        </pc:sldMkLst>
        <pc:spChg chg="mod">
          <ac:chgData name="Chakrawal, Arjun" userId="1b69a048-c6a1-4e41-816d-1e92891910c1" providerId="ADAL" clId="{CCC3BBF2-12F1-464E-BA5E-AA5BA086ED71}" dt="2026-01-10T03:47:55.379" v="8"/>
          <ac:spMkLst>
            <pc:docMk/>
            <pc:sldMk cId="355393718" sldId="259"/>
            <ac:spMk id="5" creationId="{A336FE20-54A1-EEE7-D957-A3B4EBFA4021}"/>
          </ac:spMkLst>
        </pc:spChg>
        <pc:spChg chg="add mod">
          <ac:chgData name="Chakrawal, Arjun" userId="1b69a048-c6a1-4e41-816d-1e92891910c1" providerId="ADAL" clId="{CCC3BBF2-12F1-464E-BA5E-AA5BA086ED71}" dt="2026-01-10T03:48:04.639" v="13" actId="403"/>
          <ac:spMkLst>
            <pc:docMk/>
            <pc:sldMk cId="355393718" sldId="259"/>
            <ac:spMk id="8" creationId="{F24190F1-0C4E-00BC-CB4F-8833208B69AD}"/>
          </ac:spMkLst>
        </pc:spChg>
        <pc:grpChg chg="mod">
          <ac:chgData name="Chakrawal, Arjun" userId="1b69a048-c6a1-4e41-816d-1e92891910c1" providerId="ADAL" clId="{CCC3BBF2-12F1-464E-BA5E-AA5BA086ED71}" dt="2026-01-10T03:48:00.234" v="11" actId="1076"/>
          <ac:grpSpMkLst>
            <pc:docMk/>
            <pc:sldMk cId="355393718" sldId="259"/>
            <ac:grpSpMk id="71" creationId="{56C6ABB4-5B69-118B-5CC4-AAAC9B7E44A7}"/>
          </ac:grpSpMkLst>
        </pc:grpChg>
      </pc:sldChg>
      <pc:sldChg chg="addSp delSp modSp mod">
        <pc:chgData name="Chakrawal, Arjun" userId="1b69a048-c6a1-4e41-816d-1e92891910c1" providerId="ADAL" clId="{CCC3BBF2-12F1-464E-BA5E-AA5BA086ED71}" dt="2026-01-10T04:04:32.058" v="84" actId="20577"/>
        <pc:sldMkLst>
          <pc:docMk/>
          <pc:sldMk cId="2712380694" sldId="263"/>
        </pc:sldMkLst>
        <pc:spChg chg="mod topLvl">
          <ac:chgData name="Chakrawal, Arjun" userId="1b69a048-c6a1-4e41-816d-1e92891910c1" providerId="ADAL" clId="{CCC3BBF2-12F1-464E-BA5E-AA5BA086ED71}" dt="2026-01-10T04:03:15.704" v="82" actId="164"/>
          <ac:spMkLst>
            <pc:docMk/>
            <pc:sldMk cId="2712380694" sldId="263"/>
            <ac:spMk id="5" creationId="{C911788F-BD77-507E-DFC3-A954AD586302}"/>
          </ac:spMkLst>
        </pc:spChg>
        <pc:spChg chg="mod topLvl">
          <ac:chgData name="Chakrawal, Arjun" userId="1b69a048-c6a1-4e41-816d-1e92891910c1" providerId="ADAL" clId="{CCC3BBF2-12F1-464E-BA5E-AA5BA086ED71}" dt="2026-01-10T04:03:15.704" v="82" actId="164"/>
          <ac:spMkLst>
            <pc:docMk/>
            <pc:sldMk cId="2712380694" sldId="263"/>
            <ac:spMk id="6" creationId="{B69986DF-3635-02F5-DF4D-5A355A0556AC}"/>
          </ac:spMkLst>
        </pc:spChg>
        <pc:spChg chg="add mod">
          <ac:chgData name="Chakrawal, Arjun" userId="1b69a048-c6a1-4e41-816d-1e92891910c1" providerId="ADAL" clId="{CCC3BBF2-12F1-464E-BA5E-AA5BA086ED71}" dt="2026-01-10T04:04:32.058" v="84" actId="20577"/>
          <ac:spMkLst>
            <pc:docMk/>
            <pc:sldMk cId="2712380694" sldId="263"/>
            <ac:spMk id="11" creationId="{04413782-9FA1-639F-C239-36517CEC74C7}"/>
          </ac:spMkLst>
        </pc:spChg>
        <pc:spChg chg="mod topLvl">
          <ac:chgData name="Chakrawal, Arjun" userId="1b69a048-c6a1-4e41-816d-1e92891910c1" providerId="ADAL" clId="{CCC3BBF2-12F1-464E-BA5E-AA5BA086ED71}" dt="2026-01-10T04:03:15.704" v="82" actId="164"/>
          <ac:spMkLst>
            <pc:docMk/>
            <pc:sldMk cId="2712380694" sldId="263"/>
            <ac:spMk id="13" creationId="{73CB18EB-EB77-7ED2-D563-7F7370F233E3}"/>
          </ac:spMkLst>
        </pc:spChg>
        <pc:spChg chg="mod topLvl">
          <ac:chgData name="Chakrawal, Arjun" userId="1b69a048-c6a1-4e41-816d-1e92891910c1" providerId="ADAL" clId="{CCC3BBF2-12F1-464E-BA5E-AA5BA086ED71}" dt="2026-01-10T04:03:15.704" v="82" actId="164"/>
          <ac:spMkLst>
            <pc:docMk/>
            <pc:sldMk cId="2712380694" sldId="263"/>
            <ac:spMk id="14" creationId="{91B3B27F-0BE0-20E7-4802-E752DFAC89BF}"/>
          </ac:spMkLst>
        </pc:spChg>
        <pc:spChg chg="mod topLvl">
          <ac:chgData name="Chakrawal, Arjun" userId="1b69a048-c6a1-4e41-816d-1e92891910c1" providerId="ADAL" clId="{CCC3BBF2-12F1-464E-BA5E-AA5BA086ED71}" dt="2026-01-10T04:03:15.704" v="82" actId="164"/>
          <ac:spMkLst>
            <pc:docMk/>
            <pc:sldMk cId="2712380694" sldId="263"/>
            <ac:spMk id="15" creationId="{51F45F15-EFF6-49DB-1590-089F8A734B3C}"/>
          </ac:spMkLst>
        </pc:spChg>
        <pc:spChg chg="mod topLvl">
          <ac:chgData name="Chakrawal, Arjun" userId="1b69a048-c6a1-4e41-816d-1e92891910c1" providerId="ADAL" clId="{CCC3BBF2-12F1-464E-BA5E-AA5BA086ED71}" dt="2026-01-10T04:03:15.704" v="82" actId="164"/>
          <ac:spMkLst>
            <pc:docMk/>
            <pc:sldMk cId="2712380694" sldId="263"/>
            <ac:spMk id="18" creationId="{0956250C-7750-5803-C8F5-8CD91A6194C0}"/>
          </ac:spMkLst>
        </pc:spChg>
        <pc:spChg chg="mod topLvl">
          <ac:chgData name="Chakrawal, Arjun" userId="1b69a048-c6a1-4e41-816d-1e92891910c1" providerId="ADAL" clId="{CCC3BBF2-12F1-464E-BA5E-AA5BA086ED71}" dt="2026-01-10T04:03:15.704" v="82" actId="164"/>
          <ac:spMkLst>
            <pc:docMk/>
            <pc:sldMk cId="2712380694" sldId="263"/>
            <ac:spMk id="19" creationId="{F86F9216-1B40-EBF3-108E-DAD3A274D3F5}"/>
          </ac:spMkLst>
        </pc:spChg>
        <pc:spChg chg="mod topLvl">
          <ac:chgData name="Chakrawal, Arjun" userId="1b69a048-c6a1-4e41-816d-1e92891910c1" providerId="ADAL" clId="{CCC3BBF2-12F1-464E-BA5E-AA5BA086ED71}" dt="2026-01-10T04:03:15.704" v="82" actId="164"/>
          <ac:spMkLst>
            <pc:docMk/>
            <pc:sldMk cId="2712380694" sldId="263"/>
            <ac:spMk id="22" creationId="{93179044-B122-4EEC-12B0-DA01AA00958B}"/>
          </ac:spMkLst>
        </pc:spChg>
        <pc:spChg chg="mod topLvl">
          <ac:chgData name="Chakrawal, Arjun" userId="1b69a048-c6a1-4e41-816d-1e92891910c1" providerId="ADAL" clId="{CCC3BBF2-12F1-464E-BA5E-AA5BA086ED71}" dt="2026-01-10T04:03:15.704" v="82" actId="164"/>
          <ac:spMkLst>
            <pc:docMk/>
            <pc:sldMk cId="2712380694" sldId="263"/>
            <ac:spMk id="23" creationId="{C152E8CC-FE48-0715-0916-789807529080}"/>
          </ac:spMkLst>
        </pc:spChg>
        <pc:spChg chg="mod topLvl">
          <ac:chgData name="Chakrawal, Arjun" userId="1b69a048-c6a1-4e41-816d-1e92891910c1" providerId="ADAL" clId="{CCC3BBF2-12F1-464E-BA5E-AA5BA086ED71}" dt="2026-01-10T04:03:15.704" v="82" actId="164"/>
          <ac:spMkLst>
            <pc:docMk/>
            <pc:sldMk cId="2712380694" sldId="263"/>
            <ac:spMk id="26" creationId="{7E9F8D4A-A8FA-88A0-6C4F-61A1FAC213CF}"/>
          </ac:spMkLst>
        </pc:spChg>
        <pc:picChg chg="add mod ord">
          <ac:chgData name="Chakrawal, Arjun" userId="1b69a048-c6a1-4e41-816d-1e92891910c1" providerId="ADAL" clId="{CCC3BBF2-12F1-464E-BA5E-AA5BA086ED71}" dt="2026-01-10T04:02:51.424" v="76" actId="1076"/>
          <ac:picMkLst>
            <pc:docMk/>
            <pc:sldMk cId="2712380694" sldId="263"/>
            <ac:picMk id="9" creationId="{26947130-80CE-F655-420D-3EE20F7DE431}"/>
          </ac:picMkLst>
        </pc:picChg>
      </pc:sldChg>
      <pc:sldChg chg="addSp delSp modSp mod ord">
        <pc:chgData name="Chakrawal, Arjun" userId="1b69a048-c6a1-4e41-816d-1e92891910c1" providerId="ADAL" clId="{CCC3BBF2-12F1-464E-BA5E-AA5BA086ED71}" dt="2026-01-14T09:08:01.217" v="875" actId="165"/>
        <pc:sldMkLst>
          <pc:docMk/>
          <pc:sldMk cId="2305149235" sldId="269"/>
        </pc:sldMkLst>
        <pc:spChg chg="add mod">
          <ac:chgData name="Chakrawal, Arjun" userId="1b69a048-c6a1-4e41-816d-1e92891910c1" providerId="ADAL" clId="{CCC3BBF2-12F1-464E-BA5E-AA5BA086ED71}" dt="2026-01-13T19:37:22.347" v="872" actId="20577"/>
          <ac:spMkLst>
            <pc:docMk/>
            <pc:sldMk cId="2305149235" sldId="269"/>
            <ac:spMk id="2" creationId="{C6327A11-5351-265F-1134-FA1E1762A6BF}"/>
          </ac:spMkLst>
        </pc:spChg>
        <pc:spChg chg="add mod">
          <ac:chgData name="Chakrawal, Arjun" userId="1b69a048-c6a1-4e41-816d-1e92891910c1" providerId="ADAL" clId="{CCC3BBF2-12F1-464E-BA5E-AA5BA086ED71}" dt="2026-01-10T03:48:44.531" v="26"/>
          <ac:spMkLst>
            <pc:docMk/>
            <pc:sldMk cId="2305149235" sldId="269"/>
            <ac:spMk id="4" creationId="{A71CB4C4-8ED5-81EE-8B95-498B99E9734E}"/>
          </ac:spMkLst>
        </pc:spChg>
        <pc:spChg chg="add mod topLvl">
          <ac:chgData name="Chakrawal, Arjun" userId="1b69a048-c6a1-4e41-816d-1e92891910c1" providerId="ADAL" clId="{CCC3BBF2-12F1-464E-BA5E-AA5BA086ED71}" dt="2026-01-14T09:08:01.217" v="875" actId="165"/>
          <ac:spMkLst>
            <pc:docMk/>
            <pc:sldMk cId="2305149235" sldId="269"/>
            <ac:spMk id="5" creationId="{E26D7CF8-C642-786D-6418-C23C0DE75058}"/>
          </ac:spMkLst>
        </pc:spChg>
        <pc:spChg chg="mod">
          <ac:chgData name="Chakrawal, Arjun" userId="1b69a048-c6a1-4e41-816d-1e92891910c1" providerId="ADAL" clId="{CCC3BBF2-12F1-464E-BA5E-AA5BA086ED71}" dt="2026-01-13T18:55:32.675" v="107" actId="1076"/>
          <ac:spMkLst>
            <pc:docMk/>
            <pc:sldMk cId="2305149235" sldId="269"/>
            <ac:spMk id="7" creationId="{7FC63153-9E32-3DA8-F23F-36C43B13DAF5}"/>
          </ac:spMkLst>
        </pc:spChg>
        <pc:spChg chg="mod topLvl">
          <ac:chgData name="Chakrawal, Arjun" userId="1b69a048-c6a1-4e41-816d-1e92891910c1" providerId="ADAL" clId="{CCC3BBF2-12F1-464E-BA5E-AA5BA086ED71}" dt="2026-01-14T09:08:01.217" v="875" actId="165"/>
          <ac:spMkLst>
            <pc:docMk/>
            <pc:sldMk cId="2305149235" sldId="269"/>
            <ac:spMk id="8" creationId="{BF10F847-0C14-DA85-008B-8EC61ABB0C00}"/>
          </ac:spMkLst>
        </pc:spChg>
        <pc:spChg chg="mod topLvl">
          <ac:chgData name="Chakrawal, Arjun" userId="1b69a048-c6a1-4e41-816d-1e92891910c1" providerId="ADAL" clId="{CCC3BBF2-12F1-464E-BA5E-AA5BA086ED71}" dt="2026-01-14T09:08:01.217" v="875" actId="165"/>
          <ac:spMkLst>
            <pc:docMk/>
            <pc:sldMk cId="2305149235" sldId="269"/>
            <ac:spMk id="11" creationId="{9CE6EA7E-8BCA-131A-EE0D-BA2DA7BB6F70}"/>
          </ac:spMkLst>
        </pc:spChg>
        <pc:spChg chg="mod topLvl">
          <ac:chgData name="Chakrawal, Arjun" userId="1b69a048-c6a1-4e41-816d-1e92891910c1" providerId="ADAL" clId="{CCC3BBF2-12F1-464E-BA5E-AA5BA086ED71}" dt="2026-01-14T09:08:01.217" v="875" actId="165"/>
          <ac:spMkLst>
            <pc:docMk/>
            <pc:sldMk cId="2305149235" sldId="269"/>
            <ac:spMk id="12" creationId="{63918F7F-3E3C-B689-02F3-74D829735B97}"/>
          </ac:spMkLst>
        </pc:spChg>
        <pc:spChg chg="mod topLvl">
          <ac:chgData name="Chakrawal, Arjun" userId="1b69a048-c6a1-4e41-816d-1e92891910c1" providerId="ADAL" clId="{CCC3BBF2-12F1-464E-BA5E-AA5BA086ED71}" dt="2026-01-14T09:08:01.217" v="875" actId="165"/>
          <ac:spMkLst>
            <pc:docMk/>
            <pc:sldMk cId="2305149235" sldId="269"/>
            <ac:spMk id="15" creationId="{69611AC0-8C25-895F-9636-41A9D5AB023D}"/>
          </ac:spMkLst>
        </pc:spChg>
        <pc:spChg chg="mod topLvl">
          <ac:chgData name="Chakrawal, Arjun" userId="1b69a048-c6a1-4e41-816d-1e92891910c1" providerId="ADAL" clId="{CCC3BBF2-12F1-464E-BA5E-AA5BA086ED71}" dt="2026-01-14T09:08:01.217" v="875" actId="165"/>
          <ac:spMkLst>
            <pc:docMk/>
            <pc:sldMk cId="2305149235" sldId="269"/>
            <ac:spMk id="16" creationId="{FE37F375-27A2-E11A-1854-43749F498BC3}"/>
          </ac:spMkLst>
        </pc:spChg>
        <pc:spChg chg="mod">
          <ac:chgData name="Chakrawal, Arjun" userId="1b69a048-c6a1-4e41-816d-1e92891910c1" providerId="ADAL" clId="{CCC3BBF2-12F1-464E-BA5E-AA5BA086ED71}" dt="2026-01-13T18:55:32.675" v="107" actId="1076"/>
          <ac:spMkLst>
            <pc:docMk/>
            <pc:sldMk cId="2305149235" sldId="269"/>
            <ac:spMk id="19" creationId="{2AF3E597-3DB1-4647-1B07-1EE31827553A}"/>
          </ac:spMkLst>
        </pc:spChg>
        <pc:spChg chg="add mod topLvl">
          <ac:chgData name="Chakrawal, Arjun" userId="1b69a048-c6a1-4e41-816d-1e92891910c1" providerId="ADAL" clId="{CCC3BBF2-12F1-464E-BA5E-AA5BA086ED71}" dt="2026-01-14T09:08:01.217" v="875" actId="165"/>
          <ac:spMkLst>
            <pc:docMk/>
            <pc:sldMk cId="2305149235" sldId="269"/>
            <ac:spMk id="21" creationId="{3E0D0082-D33F-EEBB-7A9C-8C2A4CC6D86C}"/>
          </ac:spMkLst>
        </pc:spChg>
        <pc:spChg chg="add mod topLvl">
          <ac:chgData name="Chakrawal, Arjun" userId="1b69a048-c6a1-4e41-816d-1e92891910c1" providerId="ADAL" clId="{CCC3BBF2-12F1-464E-BA5E-AA5BA086ED71}" dt="2026-01-14T09:08:01.217" v="875" actId="165"/>
          <ac:spMkLst>
            <pc:docMk/>
            <pc:sldMk cId="2305149235" sldId="269"/>
            <ac:spMk id="22" creationId="{DB645BB7-0460-2A08-480A-EF336E088DF9}"/>
          </ac:spMkLst>
        </pc:spChg>
        <pc:spChg chg="add mod topLvl">
          <ac:chgData name="Chakrawal, Arjun" userId="1b69a048-c6a1-4e41-816d-1e92891910c1" providerId="ADAL" clId="{CCC3BBF2-12F1-464E-BA5E-AA5BA086ED71}" dt="2026-01-14T09:08:01.217" v="875" actId="165"/>
          <ac:spMkLst>
            <pc:docMk/>
            <pc:sldMk cId="2305149235" sldId="269"/>
            <ac:spMk id="25" creationId="{B49CE362-A909-368D-A223-1314EA144472}"/>
          </ac:spMkLst>
        </pc:spChg>
        <pc:spChg chg="add mod topLvl">
          <ac:chgData name="Chakrawal, Arjun" userId="1b69a048-c6a1-4e41-816d-1e92891910c1" providerId="ADAL" clId="{CCC3BBF2-12F1-464E-BA5E-AA5BA086ED71}" dt="2026-01-14T09:08:01.217" v="875" actId="165"/>
          <ac:spMkLst>
            <pc:docMk/>
            <pc:sldMk cId="2305149235" sldId="269"/>
            <ac:spMk id="28" creationId="{8243665B-0727-34E0-C608-E3D55C9F2A88}"/>
          </ac:spMkLst>
        </pc:spChg>
        <pc:picChg chg="mod">
          <ac:chgData name="Chakrawal, Arjun" userId="1b69a048-c6a1-4e41-816d-1e92891910c1" providerId="ADAL" clId="{CCC3BBF2-12F1-464E-BA5E-AA5BA086ED71}" dt="2026-01-13T18:55:32.675" v="107" actId="1076"/>
          <ac:picMkLst>
            <pc:docMk/>
            <pc:sldMk cId="2305149235" sldId="269"/>
            <ac:picMk id="6" creationId="{8F96F334-FD8F-9592-A990-A03CFB46BC1F}"/>
          </ac:picMkLst>
        </pc:picChg>
        <pc:cxnChg chg="mod">
          <ac:chgData name="Chakrawal, Arjun" userId="1b69a048-c6a1-4e41-816d-1e92891910c1" providerId="ADAL" clId="{CCC3BBF2-12F1-464E-BA5E-AA5BA086ED71}" dt="2026-01-13T18:55:32.675" v="107" actId="1076"/>
          <ac:cxnSpMkLst>
            <pc:docMk/>
            <pc:sldMk cId="2305149235" sldId="269"/>
            <ac:cxnSpMk id="9" creationId="{CA504E33-4CEB-A223-5DB3-E01B071521BB}"/>
          </ac:cxnSpMkLst>
        </pc:cxnChg>
        <pc:cxnChg chg="mod">
          <ac:chgData name="Chakrawal, Arjun" userId="1b69a048-c6a1-4e41-816d-1e92891910c1" providerId="ADAL" clId="{CCC3BBF2-12F1-464E-BA5E-AA5BA086ED71}" dt="2026-01-13T18:55:32.675" v="107" actId="1076"/>
          <ac:cxnSpMkLst>
            <pc:docMk/>
            <pc:sldMk cId="2305149235" sldId="269"/>
            <ac:cxnSpMk id="10" creationId="{3234F85C-6EFF-045A-842D-EF6B8ABF7EC6}"/>
          </ac:cxnSpMkLst>
        </pc:cxnChg>
      </pc:sldChg>
      <pc:sldChg chg="addSp delSp modSp new mod modClrScheme chgLayout">
        <pc:chgData name="Chakrawal, Arjun" userId="1b69a048-c6a1-4e41-816d-1e92891910c1" providerId="ADAL" clId="{CCC3BBF2-12F1-464E-BA5E-AA5BA086ED71}" dt="2026-01-13T05:12:20.498" v="105" actId="962"/>
        <pc:sldMkLst>
          <pc:docMk/>
          <pc:sldMk cId="275083584" sldId="273"/>
        </pc:sldMkLst>
        <pc:picChg chg="add mod">
          <ac:chgData name="Chakrawal, Arjun" userId="1b69a048-c6a1-4e41-816d-1e92891910c1" providerId="ADAL" clId="{CCC3BBF2-12F1-464E-BA5E-AA5BA086ED71}" dt="2026-01-13T05:12:20.498" v="105" actId="962"/>
          <ac:picMkLst>
            <pc:docMk/>
            <pc:sldMk cId="275083584" sldId="273"/>
            <ac:picMk id="5" creationId="{D23777DA-A87F-BA3F-DBE1-F0AA63CF8984}"/>
          </ac:picMkLst>
        </pc:picChg>
      </pc:sldChg>
      <pc:sldChg chg="addSp delSp modSp new mod modClrScheme chgLayout">
        <pc:chgData name="Chakrawal, Arjun" userId="1b69a048-c6a1-4e41-816d-1e92891910c1" providerId="ADAL" clId="{CCC3BBF2-12F1-464E-BA5E-AA5BA086ED71}" dt="2026-01-13T05:11:57.520" v="101" actId="27614"/>
        <pc:sldMkLst>
          <pc:docMk/>
          <pc:sldMk cId="2634267806" sldId="274"/>
        </pc:sldMkLst>
        <pc:picChg chg="add mod">
          <ac:chgData name="Chakrawal, Arjun" userId="1b69a048-c6a1-4e41-816d-1e92891910c1" providerId="ADAL" clId="{CCC3BBF2-12F1-464E-BA5E-AA5BA086ED71}" dt="2026-01-13T05:11:57.520" v="101" actId="27614"/>
          <ac:picMkLst>
            <pc:docMk/>
            <pc:sldMk cId="2634267806" sldId="274"/>
            <ac:picMk id="5" creationId="{AA4E0521-4B49-03C6-2A67-307950C671F5}"/>
          </ac:picMkLst>
        </pc:picChg>
      </pc:sldChg>
      <pc:sldChg chg="addSp delSp modSp add mod">
        <pc:chgData name="Chakrawal, Arjun" userId="1b69a048-c6a1-4e41-816d-1e92891910c1" providerId="ADAL" clId="{CCC3BBF2-12F1-464E-BA5E-AA5BA086ED71}" dt="2026-01-24T04:55:26.797" v="1084" actId="21"/>
        <pc:sldMkLst>
          <pc:docMk/>
          <pc:sldMk cId="1184614877" sldId="275"/>
        </pc:sldMkLst>
        <pc:spChg chg="mod">
          <ac:chgData name="Chakrawal, Arjun" userId="1b69a048-c6a1-4e41-816d-1e92891910c1" providerId="ADAL" clId="{CCC3BBF2-12F1-464E-BA5E-AA5BA086ED71}" dt="2026-01-24T04:54:10.023" v="1057" actId="14100"/>
          <ac:spMkLst>
            <pc:docMk/>
            <pc:sldMk cId="1184614877" sldId="275"/>
            <ac:spMk id="2" creationId="{DF2AB2DB-88D3-B70D-EACA-5789F80DE868}"/>
          </ac:spMkLst>
        </pc:spChg>
        <pc:spChg chg="mod">
          <ac:chgData name="Chakrawal, Arjun" userId="1b69a048-c6a1-4e41-816d-1e92891910c1" providerId="ADAL" clId="{CCC3BBF2-12F1-464E-BA5E-AA5BA086ED71}" dt="2026-01-24T04:54:37.455" v="1070" actId="1076"/>
          <ac:spMkLst>
            <pc:docMk/>
            <pc:sldMk cId="1184614877" sldId="275"/>
            <ac:spMk id="4" creationId="{692BF048-FACA-15E0-DD88-936A55D728CB}"/>
          </ac:spMkLst>
        </pc:spChg>
        <pc:spChg chg="mod">
          <ac:chgData name="Chakrawal, Arjun" userId="1b69a048-c6a1-4e41-816d-1e92891910c1" providerId="ADAL" clId="{CCC3BBF2-12F1-464E-BA5E-AA5BA086ED71}" dt="2026-01-14T09:18:28.355" v="1006" actId="164"/>
          <ac:spMkLst>
            <pc:docMk/>
            <pc:sldMk cId="1184614877" sldId="275"/>
            <ac:spMk id="5" creationId="{F3431410-E09D-C955-FA84-1090C63EAC8F}"/>
          </ac:spMkLst>
        </pc:spChg>
        <pc:spChg chg="mod">
          <ac:chgData name="Chakrawal, Arjun" userId="1b69a048-c6a1-4e41-816d-1e92891910c1" providerId="ADAL" clId="{CCC3BBF2-12F1-464E-BA5E-AA5BA086ED71}" dt="2026-01-14T09:18:28.355" v="1006" actId="164"/>
          <ac:spMkLst>
            <pc:docMk/>
            <pc:sldMk cId="1184614877" sldId="275"/>
            <ac:spMk id="7" creationId="{6584EEA6-173B-BA9F-3BD2-EF206E42D9D4}"/>
          </ac:spMkLst>
        </pc:spChg>
        <pc:spChg chg="mod">
          <ac:chgData name="Chakrawal, Arjun" userId="1b69a048-c6a1-4e41-816d-1e92891910c1" providerId="ADAL" clId="{CCC3BBF2-12F1-464E-BA5E-AA5BA086ED71}" dt="2026-01-14T09:18:28.355" v="1006" actId="164"/>
          <ac:spMkLst>
            <pc:docMk/>
            <pc:sldMk cId="1184614877" sldId="275"/>
            <ac:spMk id="8" creationId="{A7D71C8D-5590-65CE-402A-65412BE3FC4A}"/>
          </ac:spMkLst>
        </pc:spChg>
        <pc:spChg chg="mod">
          <ac:chgData name="Chakrawal, Arjun" userId="1b69a048-c6a1-4e41-816d-1e92891910c1" providerId="ADAL" clId="{CCC3BBF2-12F1-464E-BA5E-AA5BA086ED71}" dt="2026-01-14T09:18:28.355" v="1006" actId="164"/>
          <ac:spMkLst>
            <pc:docMk/>
            <pc:sldMk cId="1184614877" sldId="275"/>
            <ac:spMk id="11" creationId="{2D49DB93-FCA4-FC35-07AA-B25957ED1E23}"/>
          </ac:spMkLst>
        </pc:spChg>
        <pc:spChg chg="mod">
          <ac:chgData name="Chakrawal, Arjun" userId="1b69a048-c6a1-4e41-816d-1e92891910c1" providerId="ADAL" clId="{CCC3BBF2-12F1-464E-BA5E-AA5BA086ED71}" dt="2026-01-14T09:18:28.355" v="1006" actId="164"/>
          <ac:spMkLst>
            <pc:docMk/>
            <pc:sldMk cId="1184614877" sldId="275"/>
            <ac:spMk id="12" creationId="{4A50BBC4-4257-5954-2C15-79A3C5548FD4}"/>
          </ac:spMkLst>
        </pc:spChg>
        <pc:spChg chg="mod">
          <ac:chgData name="Chakrawal, Arjun" userId="1b69a048-c6a1-4e41-816d-1e92891910c1" providerId="ADAL" clId="{CCC3BBF2-12F1-464E-BA5E-AA5BA086ED71}" dt="2026-01-14T09:18:28.355" v="1006" actId="164"/>
          <ac:spMkLst>
            <pc:docMk/>
            <pc:sldMk cId="1184614877" sldId="275"/>
            <ac:spMk id="15" creationId="{97228D9C-FA60-8D14-305B-966E1D8A3C22}"/>
          </ac:spMkLst>
        </pc:spChg>
        <pc:spChg chg="mod">
          <ac:chgData name="Chakrawal, Arjun" userId="1b69a048-c6a1-4e41-816d-1e92891910c1" providerId="ADAL" clId="{CCC3BBF2-12F1-464E-BA5E-AA5BA086ED71}" dt="2026-01-24T04:53:47.777" v="1033" actId="1076"/>
          <ac:spMkLst>
            <pc:docMk/>
            <pc:sldMk cId="1184614877" sldId="275"/>
            <ac:spMk id="16" creationId="{4E67F94C-4070-3C0B-C432-20311ABBCF60}"/>
          </ac:spMkLst>
        </pc:spChg>
        <pc:spChg chg="mod">
          <ac:chgData name="Chakrawal, Arjun" userId="1b69a048-c6a1-4e41-816d-1e92891910c1" providerId="ADAL" clId="{CCC3BBF2-12F1-464E-BA5E-AA5BA086ED71}" dt="2026-01-14T09:18:28.355" v="1006" actId="164"/>
          <ac:spMkLst>
            <pc:docMk/>
            <pc:sldMk cId="1184614877" sldId="275"/>
            <ac:spMk id="19" creationId="{5616B224-AB4B-E54A-8F5C-44882DACE660}"/>
          </ac:spMkLst>
        </pc:spChg>
        <pc:spChg chg="mod">
          <ac:chgData name="Chakrawal, Arjun" userId="1b69a048-c6a1-4e41-816d-1e92891910c1" providerId="ADAL" clId="{CCC3BBF2-12F1-464E-BA5E-AA5BA086ED71}" dt="2026-01-24T04:54:41.553" v="1071"/>
          <ac:spMkLst>
            <pc:docMk/>
            <pc:sldMk cId="1184614877" sldId="275"/>
            <ac:spMk id="20" creationId="{C66A7C82-22B8-EE93-36EF-D2C93B10F44A}"/>
          </ac:spMkLst>
        </pc:spChg>
        <pc:spChg chg="mod">
          <ac:chgData name="Chakrawal, Arjun" userId="1b69a048-c6a1-4e41-816d-1e92891910c1" providerId="ADAL" clId="{CCC3BBF2-12F1-464E-BA5E-AA5BA086ED71}" dt="2026-01-14T09:12:02.543" v="914" actId="1035"/>
          <ac:spMkLst>
            <pc:docMk/>
            <pc:sldMk cId="1184614877" sldId="275"/>
            <ac:spMk id="21" creationId="{A3D29887-FF1E-CD7C-9EA0-9EA362B05F44}"/>
          </ac:spMkLst>
        </pc:spChg>
        <pc:spChg chg="mod">
          <ac:chgData name="Chakrawal, Arjun" userId="1b69a048-c6a1-4e41-816d-1e92891910c1" providerId="ADAL" clId="{CCC3BBF2-12F1-464E-BA5E-AA5BA086ED71}" dt="2026-01-14T09:12:02.543" v="914" actId="1035"/>
          <ac:spMkLst>
            <pc:docMk/>
            <pc:sldMk cId="1184614877" sldId="275"/>
            <ac:spMk id="22" creationId="{2811092D-24C0-1601-5AB6-508F982B748B}"/>
          </ac:spMkLst>
        </pc:spChg>
        <pc:spChg chg="mod">
          <ac:chgData name="Chakrawal, Arjun" userId="1b69a048-c6a1-4e41-816d-1e92891910c1" providerId="ADAL" clId="{CCC3BBF2-12F1-464E-BA5E-AA5BA086ED71}" dt="2026-01-24T04:55:05.411" v="1082" actId="20577"/>
          <ac:spMkLst>
            <pc:docMk/>
            <pc:sldMk cId="1184614877" sldId="275"/>
            <ac:spMk id="25" creationId="{8F0EB221-5E36-9A82-0AD1-98D09AF0624A}"/>
          </ac:spMkLst>
        </pc:spChg>
        <pc:spChg chg="mod">
          <ac:chgData name="Chakrawal, Arjun" userId="1b69a048-c6a1-4e41-816d-1e92891910c1" providerId="ADAL" clId="{CCC3BBF2-12F1-464E-BA5E-AA5BA086ED71}" dt="2026-01-24T04:54:41.553" v="1071"/>
          <ac:spMkLst>
            <pc:docMk/>
            <pc:sldMk cId="1184614877" sldId="275"/>
            <ac:spMk id="26" creationId="{60285895-0169-117D-5A7C-FB4559B7ACAC}"/>
          </ac:spMkLst>
        </pc:spChg>
        <pc:spChg chg="mod">
          <ac:chgData name="Chakrawal, Arjun" userId="1b69a048-c6a1-4e41-816d-1e92891910c1" providerId="ADAL" clId="{CCC3BBF2-12F1-464E-BA5E-AA5BA086ED71}" dt="2026-01-24T04:54:41.553" v="1071"/>
          <ac:spMkLst>
            <pc:docMk/>
            <pc:sldMk cId="1184614877" sldId="275"/>
            <ac:spMk id="27" creationId="{30290AB7-4743-B158-0A59-1C9180BDAE94}"/>
          </ac:spMkLst>
        </pc:spChg>
        <pc:spChg chg="mod">
          <ac:chgData name="Chakrawal, Arjun" userId="1b69a048-c6a1-4e41-816d-1e92891910c1" providerId="ADAL" clId="{CCC3BBF2-12F1-464E-BA5E-AA5BA086ED71}" dt="2026-01-14T09:18:28.355" v="1006" actId="164"/>
          <ac:spMkLst>
            <pc:docMk/>
            <pc:sldMk cId="1184614877" sldId="275"/>
            <ac:spMk id="28" creationId="{78F726C9-B84F-7E5C-821A-82656AE33AD9}"/>
          </ac:spMkLst>
        </pc:spChg>
        <pc:spChg chg="mod">
          <ac:chgData name="Chakrawal, Arjun" userId="1b69a048-c6a1-4e41-816d-1e92891910c1" providerId="ADAL" clId="{CCC3BBF2-12F1-464E-BA5E-AA5BA086ED71}" dt="2026-01-24T04:54:41.553" v="1071"/>
          <ac:spMkLst>
            <pc:docMk/>
            <pc:sldMk cId="1184614877" sldId="275"/>
            <ac:spMk id="31" creationId="{5BB71D39-7D87-5ACC-23C0-16F620874DCD}"/>
          </ac:spMkLst>
        </pc:spChg>
        <pc:spChg chg="mod">
          <ac:chgData name="Chakrawal, Arjun" userId="1b69a048-c6a1-4e41-816d-1e92891910c1" providerId="ADAL" clId="{CCC3BBF2-12F1-464E-BA5E-AA5BA086ED71}" dt="2026-01-24T04:54:41.553" v="1071"/>
          <ac:spMkLst>
            <pc:docMk/>
            <pc:sldMk cId="1184614877" sldId="275"/>
            <ac:spMk id="35" creationId="{7A001460-029D-FFB5-87EF-3B8721C530C0}"/>
          </ac:spMkLst>
        </pc:spChg>
        <pc:spChg chg="mod">
          <ac:chgData name="Chakrawal, Arjun" userId="1b69a048-c6a1-4e41-816d-1e92891910c1" providerId="ADAL" clId="{CCC3BBF2-12F1-464E-BA5E-AA5BA086ED71}" dt="2026-01-24T04:54:41.553" v="1071"/>
          <ac:spMkLst>
            <pc:docMk/>
            <pc:sldMk cId="1184614877" sldId="275"/>
            <ac:spMk id="36" creationId="{CC2B0AEB-4DE5-8882-3373-F73AE668D669}"/>
          </ac:spMkLst>
        </pc:spChg>
        <pc:spChg chg="mod">
          <ac:chgData name="Chakrawal, Arjun" userId="1b69a048-c6a1-4e41-816d-1e92891910c1" providerId="ADAL" clId="{CCC3BBF2-12F1-464E-BA5E-AA5BA086ED71}" dt="2026-01-24T04:54:41.553" v="1071"/>
          <ac:spMkLst>
            <pc:docMk/>
            <pc:sldMk cId="1184614877" sldId="275"/>
            <ac:spMk id="37" creationId="{A2A216D2-6F66-3A28-190E-BA39D3BF1D2B}"/>
          </ac:spMkLst>
        </pc:spChg>
        <pc:spChg chg="mod">
          <ac:chgData name="Chakrawal, Arjun" userId="1b69a048-c6a1-4e41-816d-1e92891910c1" providerId="ADAL" clId="{CCC3BBF2-12F1-464E-BA5E-AA5BA086ED71}" dt="2026-01-24T04:54:41.553" v="1071"/>
          <ac:spMkLst>
            <pc:docMk/>
            <pc:sldMk cId="1184614877" sldId="275"/>
            <ac:spMk id="38" creationId="{90CCA387-D0DE-E924-81CC-BD3779048348}"/>
          </ac:spMkLst>
        </pc:spChg>
        <pc:spChg chg="mod">
          <ac:chgData name="Chakrawal, Arjun" userId="1b69a048-c6a1-4e41-816d-1e92891910c1" providerId="ADAL" clId="{CCC3BBF2-12F1-464E-BA5E-AA5BA086ED71}" dt="2026-01-24T04:54:41.553" v="1071"/>
          <ac:spMkLst>
            <pc:docMk/>
            <pc:sldMk cId="1184614877" sldId="275"/>
            <ac:spMk id="39" creationId="{6FDD6EA5-BF23-8DC2-DF58-16D71ABE8564}"/>
          </ac:spMkLst>
        </pc:spChg>
        <pc:spChg chg="mod">
          <ac:chgData name="Chakrawal, Arjun" userId="1b69a048-c6a1-4e41-816d-1e92891910c1" providerId="ADAL" clId="{CCC3BBF2-12F1-464E-BA5E-AA5BA086ED71}" dt="2026-01-24T04:54:41.553" v="1071"/>
          <ac:spMkLst>
            <pc:docMk/>
            <pc:sldMk cId="1184614877" sldId="275"/>
            <ac:spMk id="40" creationId="{83BF82EC-25B7-9E3C-C306-64C4C7A2F40D}"/>
          </ac:spMkLst>
        </pc:spChg>
        <pc:grpChg chg="mod">
          <ac:chgData name="Chakrawal, Arjun" userId="1b69a048-c6a1-4e41-816d-1e92891910c1" providerId="ADAL" clId="{CCC3BBF2-12F1-464E-BA5E-AA5BA086ED71}" dt="2026-01-24T04:54:37.455" v="1070" actId="1076"/>
          <ac:grpSpMkLst>
            <pc:docMk/>
            <pc:sldMk cId="1184614877" sldId="275"/>
            <ac:grpSpMk id="43" creationId="{3452661E-9B1C-3256-4ABD-B58B164D540A}"/>
          </ac:grpSpMkLst>
        </pc:grpChg>
        <pc:picChg chg="add del">
          <ac:chgData name="Chakrawal, Arjun" userId="1b69a048-c6a1-4e41-816d-1e92891910c1" providerId="ADAL" clId="{CCC3BBF2-12F1-464E-BA5E-AA5BA086ED71}" dt="2026-01-24T04:54:44.805" v="1073" actId="21"/>
          <ac:picMkLst>
            <pc:docMk/>
            <pc:sldMk cId="1184614877" sldId="275"/>
            <ac:picMk id="41" creationId="{850957B4-11F2-5F2E-B45B-FFD7173F69D3}"/>
          </ac:picMkLst>
        </pc:picChg>
        <pc:picChg chg="add mod ord">
          <ac:chgData name="Chakrawal, Arjun" userId="1b69a048-c6a1-4e41-816d-1e92891910c1" providerId="ADAL" clId="{CCC3BBF2-12F1-464E-BA5E-AA5BA086ED71}" dt="2026-01-24T04:53:43.550" v="1032" actId="1076"/>
          <ac:picMkLst>
            <pc:docMk/>
            <pc:sldMk cId="1184614877" sldId="275"/>
            <ac:picMk id="42" creationId="{D2F6B523-436F-D84F-4B17-62E4752FE165}"/>
          </ac:picMkLst>
        </pc:picChg>
        <pc:picChg chg="add del">
          <ac:chgData name="Chakrawal, Arjun" userId="1b69a048-c6a1-4e41-816d-1e92891910c1" providerId="ADAL" clId="{CCC3BBF2-12F1-464E-BA5E-AA5BA086ED71}" dt="2026-01-24T04:55:26.797" v="1084" actId="21"/>
          <ac:picMkLst>
            <pc:docMk/>
            <pc:sldMk cId="1184614877" sldId="275"/>
            <ac:picMk id="44" creationId="{8B87ED91-9925-91A7-A03B-AB987BC301C7}"/>
          </ac:picMkLst>
        </pc:picChg>
        <pc:cxnChg chg="mod">
          <ac:chgData name="Chakrawal, Arjun" userId="1b69a048-c6a1-4e41-816d-1e92891910c1" providerId="ADAL" clId="{CCC3BBF2-12F1-464E-BA5E-AA5BA086ED71}" dt="2026-01-14T09:18:16.449" v="1004" actId="1038"/>
          <ac:cxnSpMkLst>
            <pc:docMk/>
            <pc:sldMk cId="1184614877" sldId="275"/>
            <ac:cxnSpMk id="9" creationId="{3EDF4F24-1A70-C658-AB98-6CC1B60DD266}"/>
          </ac:cxnSpMkLst>
        </pc:cxnChg>
        <pc:cxnChg chg="mod">
          <ac:chgData name="Chakrawal, Arjun" userId="1b69a048-c6a1-4e41-816d-1e92891910c1" providerId="ADAL" clId="{CCC3BBF2-12F1-464E-BA5E-AA5BA086ED71}" dt="2026-01-14T09:18:16.449" v="1004" actId="1038"/>
          <ac:cxnSpMkLst>
            <pc:docMk/>
            <pc:sldMk cId="1184614877" sldId="275"/>
            <ac:cxnSpMk id="10" creationId="{002BF5F3-39CA-6740-0B00-3736BCD2F2EA}"/>
          </ac:cxnSpMkLst>
        </pc:cxnChg>
        <pc:cxnChg chg="mod">
          <ac:chgData name="Chakrawal, Arjun" userId="1b69a048-c6a1-4e41-816d-1e92891910c1" providerId="ADAL" clId="{CCC3BBF2-12F1-464E-BA5E-AA5BA086ED71}" dt="2026-01-14T09:16:20.793" v="970" actId="1076"/>
          <ac:cxnSpMkLst>
            <pc:docMk/>
            <pc:sldMk cId="1184614877" sldId="275"/>
            <ac:cxnSpMk id="14" creationId="{967FDBBF-EF11-323E-F8E2-24CE554B24BD}"/>
          </ac:cxnSpMkLst>
        </pc:cxnChg>
        <pc:cxnChg chg="mod">
          <ac:chgData name="Chakrawal, Arjun" userId="1b69a048-c6a1-4e41-816d-1e92891910c1" providerId="ADAL" clId="{CCC3BBF2-12F1-464E-BA5E-AA5BA086ED71}" dt="2026-01-24T04:53:47.777" v="1033" actId="1076"/>
          <ac:cxnSpMkLst>
            <pc:docMk/>
            <pc:sldMk cId="1184614877" sldId="275"/>
            <ac:cxnSpMk id="18" creationId="{44D6E43C-783B-C010-11C5-28D2E57F63E5}"/>
          </ac:cxnSpMkLst>
        </pc:cxnChg>
      </pc:sldChg>
      <pc:sldChg chg="addSp delSp modSp new mod modClrScheme chgLayout">
        <pc:chgData name="Chakrawal, Arjun" userId="1b69a048-c6a1-4e41-816d-1e92891910c1" providerId="ADAL" clId="{CCC3BBF2-12F1-464E-BA5E-AA5BA086ED71}" dt="2026-01-15T08:27:34.589" v="1030" actId="732"/>
        <pc:sldMkLst>
          <pc:docMk/>
          <pc:sldMk cId="3817074147" sldId="276"/>
        </pc:sldMkLst>
        <pc:picChg chg="add mod modCrop">
          <ac:chgData name="Chakrawal, Arjun" userId="1b69a048-c6a1-4e41-816d-1e92891910c1" providerId="ADAL" clId="{CCC3BBF2-12F1-464E-BA5E-AA5BA086ED71}" dt="2026-01-15T08:27:34.589" v="1030" actId="732"/>
          <ac:picMkLst>
            <pc:docMk/>
            <pc:sldMk cId="3817074147" sldId="276"/>
            <ac:picMk id="7" creationId="{58B15DF6-7E29-554D-2591-E5A14C06A9EA}"/>
          </ac:picMkLst>
        </pc:picChg>
      </pc:sldChg>
      <pc:sldChg chg="delSp new mod modClrScheme chgLayout">
        <pc:chgData name="Chakrawal, Arjun" userId="1b69a048-c6a1-4e41-816d-1e92891910c1" providerId="ADAL" clId="{CCC3BBF2-12F1-464E-BA5E-AA5BA086ED71}" dt="2026-01-15T07:57:15.163" v="1014" actId="700"/>
        <pc:sldMkLst>
          <pc:docMk/>
          <pc:sldMk cId="3982086488" sldId="277"/>
        </pc:sldMkLst>
      </pc:sldChg>
      <pc:sldChg chg="delSp new mod modClrScheme chgLayout">
        <pc:chgData name="Chakrawal, Arjun" userId="1b69a048-c6a1-4e41-816d-1e92891910c1" providerId="ADAL" clId="{CCC3BBF2-12F1-464E-BA5E-AA5BA086ED71}" dt="2026-01-15T07:57:15.163" v="1014" actId="700"/>
        <pc:sldMkLst>
          <pc:docMk/>
          <pc:sldMk cId="2653622412" sldId="27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2E81-095C-EEF3-C966-DFD9C06B5A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7C6003-9F34-5C65-75F9-E3C85A1D25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512380-5E92-0CE8-BDBC-A63AF66D81BE}"/>
              </a:ext>
            </a:extLst>
          </p:cNvPr>
          <p:cNvSpPr>
            <a:spLocks noGrp="1"/>
          </p:cNvSpPr>
          <p:nvPr>
            <p:ph type="dt" sz="half" idx="10"/>
          </p:nvPr>
        </p:nvSpPr>
        <p:spPr/>
        <p:txBody>
          <a:bodyPr/>
          <a:lstStyle/>
          <a:p>
            <a:fld id="{CFC773A3-A0AD-4910-AFDA-BBC6D9D19190}" type="datetimeFigureOut">
              <a:rPr lang="en-US" smtClean="0"/>
              <a:t>1/23/2026</a:t>
            </a:fld>
            <a:endParaRPr lang="en-US"/>
          </a:p>
        </p:txBody>
      </p:sp>
      <p:sp>
        <p:nvSpPr>
          <p:cNvPr id="5" name="Footer Placeholder 4">
            <a:extLst>
              <a:ext uri="{FF2B5EF4-FFF2-40B4-BE49-F238E27FC236}">
                <a16:creationId xmlns:a16="http://schemas.microsoft.com/office/drawing/2014/main" id="{AAE5CAC1-0AB9-FA93-1626-A3BBDF12F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4B256-CF70-5A7D-C06F-1489BF5B44A0}"/>
              </a:ext>
            </a:extLst>
          </p:cNvPr>
          <p:cNvSpPr>
            <a:spLocks noGrp="1"/>
          </p:cNvSpPr>
          <p:nvPr>
            <p:ph type="sldNum" sz="quarter" idx="12"/>
          </p:nvPr>
        </p:nvSpPr>
        <p:spPr/>
        <p:txBody>
          <a:bodyPr/>
          <a:lstStyle/>
          <a:p>
            <a:fld id="{B2DBEE2E-3E35-497F-98A5-A06378EDDFFF}" type="slidenum">
              <a:rPr lang="en-US" smtClean="0"/>
              <a:t>‹#›</a:t>
            </a:fld>
            <a:endParaRPr lang="en-US"/>
          </a:p>
        </p:txBody>
      </p:sp>
    </p:spTree>
    <p:extLst>
      <p:ext uri="{BB962C8B-B14F-4D97-AF65-F5344CB8AC3E}">
        <p14:creationId xmlns:p14="http://schemas.microsoft.com/office/powerpoint/2010/main" val="4140906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D0149-9B88-143E-7D00-E15C4BC8F2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5ABDC1-D07F-ACB7-3815-D7441D2F10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AA2950-1A2D-187B-FFEF-EEA47444F737}"/>
              </a:ext>
            </a:extLst>
          </p:cNvPr>
          <p:cNvSpPr>
            <a:spLocks noGrp="1"/>
          </p:cNvSpPr>
          <p:nvPr>
            <p:ph type="dt" sz="half" idx="10"/>
          </p:nvPr>
        </p:nvSpPr>
        <p:spPr/>
        <p:txBody>
          <a:bodyPr/>
          <a:lstStyle/>
          <a:p>
            <a:fld id="{CFC773A3-A0AD-4910-AFDA-BBC6D9D19190}" type="datetimeFigureOut">
              <a:rPr lang="en-US" smtClean="0"/>
              <a:t>1/23/2026</a:t>
            </a:fld>
            <a:endParaRPr lang="en-US"/>
          </a:p>
        </p:txBody>
      </p:sp>
      <p:sp>
        <p:nvSpPr>
          <p:cNvPr id="5" name="Footer Placeholder 4">
            <a:extLst>
              <a:ext uri="{FF2B5EF4-FFF2-40B4-BE49-F238E27FC236}">
                <a16:creationId xmlns:a16="http://schemas.microsoft.com/office/drawing/2014/main" id="{BFE9B69C-8D78-BDBF-7E82-414CD52A4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379F4A-31A3-662B-4577-881326C20E36}"/>
              </a:ext>
            </a:extLst>
          </p:cNvPr>
          <p:cNvSpPr>
            <a:spLocks noGrp="1"/>
          </p:cNvSpPr>
          <p:nvPr>
            <p:ph type="sldNum" sz="quarter" idx="12"/>
          </p:nvPr>
        </p:nvSpPr>
        <p:spPr/>
        <p:txBody>
          <a:bodyPr/>
          <a:lstStyle/>
          <a:p>
            <a:fld id="{B2DBEE2E-3E35-497F-98A5-A06378EDDFFF}" type="slidenum">
              <a:rPr lang="en-US" smtClean="0"/>
              <a:t>‹#›</a:t>
            </a:fld>
            <a:endParaRPr lang="en-US"/>
          </a:p>
        </p:txBody>
      </p:sp>
    </p:spTree>
    <p:extLst>
      <p:ext uri="{BB962C8B-B14F-4D97-AF65-F5344CB8AC3E}">
        <p14:creationId xmlns:p14="http://schemas.microsoft.com/office/powerpoint/2010/main" val="2576686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29DDB-9519-A117-1B03-71E31AD8DB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65DD9A-408B-09F2-FD67-6BE7656CDB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474A3-5952-4A0B-9FCA-ACC13D5A8820}"/>
              </a:ext>
            </a:extLst>
          </p:cNvPr>
          <p:cNvSpPr>
            <a:spLocks noGrp="1"/>
          </p:cNvSpPr>
          <p:nvPr>
            <p:ph type="dt" sz="half" idx="10"/>
          </p:nvPr>
        </p:nvSpPr>
        <p:spPr/>
        <p:txBody>
          <a:bodyPr/>
          <a:lstStyle/>
          <a:p>
            <a:fld id="{CFC773A3-A0AD-4910-AFDA-BBC6D9D19190}" type="datetimeFigureOut">
              <a:rPr lang="en-US" smtClean="0"/>
              <a:t>1/23/2026</a:t>
            </a:fld>
            <a:endParaRPr lang="en-US"/>
          </a:p>
        </p:txBody>
      </p:sp>
      <p:sp>
        <p:nvSpPr>
          <p:cNvPr id="5" name="Footer Placeholder 4">
            <a:extLst>
              <a:ext uri="{FF2B5EF4-FFF2-40B4-BE49-F238E27FC236}">
                <a16:creationId xmlns:a16="http://schemas.microsoft.com/office/drawing/2014/main" id="{2E41DC4F-6FDE-34D5-35D3-7A7E581EB6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E4B418-18DD-03E4-2F8A-659973799FE9}"/>
              </a:ext>
            </a:extLst>
          </p:cNvPr>
          <p:cNvSpPr>
            <a:spLocks noGrp="1"/>
          </p:cNvSpPr>
          <p:nvPr>
            <p:ph type="sldNum" sz="quarter" idx="12"/>
          </p:nvPr>
        </p:nvSpPr>
        <p:spPr/>
        <p:txBody>
          <a:bodyPr/>
          <a:lstStyle/>
          <a:p>
            <a:fld id="{B2DBEE2E-3E35-497F-98A5-A06378EDDFFF}" type="slidenum">
              <a:rPr lang="en-US" smtClean="0"/>
              <a:t>‹#›</a:t>
            </a:fld>
            <a:endParaRPr lang="en-US"/>
          </a:p>
        </p:txBody>
      </p:sp>
    </p:spTree>
    <p:extLst>
      <p:ext uri="{BB962C8B-B14F-4D97-AF65-F5344CB8AC3E}">
        <p14:creationId xmlns:p14="http://schemas.microsoft.com/office/powerpoint/2010/main" val="3391293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7C20-671B-3F4B-9AC2-FC08F2F76A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BA7528-A563-A950-970D-86BF706A9F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E7FFB-1DC1-FEFD-03EE-F1E09312F5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CAABFF-1BA4-386A-0317-4F0B380113D8}"/>
              </a:ext>
            </a:extLst>
          </p:cNvPr>
          <p:cNvSpPr>
            <a:spLocks noGrp="1"/>
          </p:cNvSpPr>
          <p:nvPr>
            <p:ph type="dt" sz="half" idx="10"/>
          </p:nvPr>
        </p:nvSpPr>
        <p:spPr/>
        <p:txBody>
          <a:bodyPr/>
          <a:lstStyle/>
          <a:p>
            <a:fld id="{CFC773A3-A0AD-4910-AFDA-BBC6D9D19190}" type="datetimeFigureOut">
              <a:rPr lang="en-US" smtClean="0"/>
              <a:t>1/23/2026</a:t>
            </a:fld>
            <a:endParaRPr lang="en-US"/>
          </a:p>
        </p:txBody>
      </p:sp>
      <p:sp>
        <p:nvSpPr>
          <p:cNvPr id="6" name="Footer Placeholder 5">
            <a:extLst>
              <a:ext uri="{FF2B5EF4-FFF2-40B4-BE49-F238E27FC236}">
                <a16:creationId xmlns:a16="http://schemas.microsoft.com/office/drawing/2014/main" id="{105C864D-B94A-8625-9450-E7261BBD42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9DC014-9C39-D552-81B3-609B29469870}"/>
              </a:ext>
            </a:extLst>
          </p:cNvPr>
          <p:cNvSpPr>
            <a:spLocks noGrp="1"/>
          </p:cNvSpPr>
          <p:nvPr>
            <p:ph type="sldNum" sz="quarter" idx="12"/>
          </p:nvPr>
        </p:nvSpPr>
        <p:spPr/>
        <p:txBody>
          <a:bodyPr/>
          <a:lstStyle/>
          <a:p>
            <a:fld id="{B2DBEE2E-3E35-497F-98A5-A06378EDDFFF}" type="slidenum">
              <a:rPr lang="en-US" smtClean="0"/>
              <a:t>‹#›</a:t>
            </a:fld>
            <a:endParaRPr lang="en-US"/>
          </a:p>
        </p:txBody>
      </p:sp>
    </p:spTree>
    <p:extLst>
      <p:ext uri="{BB962C8B-B14F-4D97-AF65-F5344CB8AC3E}">
        <p14:creationId xmlns:p14="http://schemas.microsoft.com/office/powerpoint/2010/main" val="1379092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9330-BCE1-B8BB-FCB3-BA904982C6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BE8499-2E22-B6D9-BBBF-993A3BE8C7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5BC5F4-506D-66BC-C45B-4A1D6596F1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4B3452-AAA1-C173-E80D-29853E70BE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DE497E-030D-7A02-2188-CBD32DB3CE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D6E805-32CB-30F9-358D-2A2DA68F9A1A}"/>
              </a:ext>
            </a:extLst>
          </p:cNvPr>
          <p:cNvSpPr>
            <a:spLocks noGrp="1"/>
          </p:cNvSpPr>
          <p:nvPr>
            <p:ph type="dt" sz="half" idx="10"/>
          </p:nvPr>
        </p:nvSpPr>
        <p:spPr/>
        <p:txBody>
          <a:bodyPr/>
          <a:lstStyle/>
          <a:p>
            <a:fld id="{CFC773A3-A0AD-4910-AFDA-BBC6D9D19190}" type="datetimeFigureOut">
              <a:rPr lang="en-US" smtClean="0"/>
              <a:t>1/23/2026</a:t>
            </a:fld>
            <a:endParaRPr lang="en-US"/>
          </a:p>
        </p:txBody>
      </p:sp>
      <p:sp>
        <p:nvSpPr>
          <p:cNvPr id="8" name="Footer Placeholder 7">
            <a:extLst>
              <a:ext uri="{FF2B5EF4-FFF2-40B4-BE49-F238E27FC236}">
                <a16:creationId xmlns:a16="http://schemas.microsoft.com/office/drawing/2014/main" id="{656EE315-B8E0-05EE-E6B9-7C1685404A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8E0111-A504-D213-07F5-EEE543908A37}"/>
              </a:ext>
            </a:extLst>
          </p:cNvPr>
          <p:cNvSpPr>
            <a:spLocks noGrp="1"/>
          </p:cNvSpPr>
          <p:nvPr>
            <p:ph type="sldNum" sz="quarter" idx="12"/>
          </p:nvPr>
        </p:nvSpPr>
        <p:spPr/>
        <p:txBody>
          <a:bodyPr/>
          <a:lstStyle/>
          <a:p>
            <a:fld id="{B2DBEE2E-3E35-497F-98A5-A06378EDDFFF}" type="slidenum">
              <a:rPr lang="en-US" smtClean="0"/>
              <a:t>‹#›</a:t>
            </a:fld>
            <a:endParaRPr lang="en-US"/>
          </a:p>
        </p:txBody>
      </p:sp>
    </p:spTree>
    <p:extLst>
      <p:ext uri="{BB962C8B-B14F-4D97-AF65-F5344CB8AC3E}">
        <p14:creationId xmlns:p14="http://schemas.microsoft.com/office/powerpoint/2010/main" val="128656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DDBC7-DC66-931D-E4A4-8CBBD4EA5D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5B73F6-BAA4-2D97-CD62-C678B31BBE51}"/>
              </a:ext>
            </a:extLst>
          </p:cNvPr>
          <p:cNvSpPr>
            <a:spLocks noGrp="1"/>
          </p:cNvSpPr>
          <p:nvPr>
            <p:ph type="dt" sz="half" idx="10"/>
          </p:nvPr>
        </p:nvSpPr>
        <p:spPr/>
        <p:txBody>
          <a:bodyPr/>
          <a:lstStyle/>
          <a:p>
            <a:fld id="{CFC773A3-A0AD-4910-AFDA-BBC6D9D19190}" type="datetimeFigureOut">
              <a:rPr lang="en-US" smtClean="0"/>
              <a:t>1/23/2026</a:t>
            </a:fld>
            <a:endParaRPr lang="en-US"/>
          </a:p>
        </p:txBody>
      </p:sp>
      <p:sp>
        <p:nvSpPr>
          <p:cNvPr id="4" name="Footer Placeholder 3">
            <a:extLst>
              <a:ext uri="{FF2B5EF4-FFF2-40B4-BE49-F238E27FC236}">
                <a16:creationId xmlns:a16="http://schemas.microsoft.com/office/drawing/2014/main" id="{303D862E-421B-3819-8520-A3C781C9C4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E0058F-388B-B541-ACA7-696F8041A572}"/>
              </a:ext>
            </a:extLst>
          </p:cNvPr>
          <p:cNvSpPr>
            <a:spLocks noGrp="1"/>
          </p:cNvSpPr>
          <p:nvPr>
            <p:ph type="sldNum" sz="quarter" idx="12"/>
          </p:nvPr>
        </p:nvSpPr>
        <p:spPr/>
        <p:txBody>
          <a:bodyPr/>
          <a:lstStyle/>
          <a:p>
            <a:fld id="{B2DBEE2E-3E35-497F-98A5-A06378EDDFFF}" type="slidenum">
              <a:rPr lang="en-US" smtClean="0"/>
              <a:t>‹#›</a:t>
            </a:fld>
            <a:endParaRPr lang="en-US"/>
          </a:p>
        </p:txBody>
      </p:sp>
    </p:spTree>
    <p:extLst>
      <p:ext uri="{BB962C8B-B14F-4D97-AF65-F5344CB8AC3E}">
        <p14:creationId xmlns:p14="http://schemas.microsoft.com/office/powerpoint/2010/main" val="1967273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0AE9A0-FAEC-EC6B-FAAA-134421425108}"/>
              </a:ext>
            </a:extLst>
          </p:cNvPr>
          <p:cNvSpPr>
            <a:spLocks noGrp="1"/>
          </p:cNvSpPr>
          <p:nvPr>
            <p:ph type="dt" sz="half" idx="10"/>
          </p:nvPr>
        </p:nvSpPr>
        <p:spPr/>
        <p:txBody>
          <a:bodyPr/>
          <a:lstStyle/>
          <a:p>
            <a:fld id="{CFC773A3-A0AD-4910-AFDA-BBC6D9D19190}" type="datetimeFigureOut">
              <a:rPr lang="en-US" smtClean="0"/>
              <a:t>1/23/2026</a:t>
            </a:fld>
            <a:endParaRPr lang="en-US"/>
          </a:p>
        </p:txBody>
      </p:sp>
      <p:sp>
        <p:nvSpPr>
          <p:cNvPr id="3" name="Footer Placeholder 2">
            <a:extLst>
              <a:ext uri="{FF2B5EF4-FFF2-40B4-BE49-F238E27FC236}">
                <a16:creationId xmlns:a16="http://schemas.microsoft.com/office/drawing/2014/main" id="{630D8C9B-3C41-1E4B-3D27-942A151731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0795E5-4793-D75C-A05E-6F09032CA60E}"/>
              </a:ext>
            </a:extLst>
          </p:cNvPr>
          <p:cNvSpPr>
            <a:spLocks noGrp="1"/>
          </p:cNvSpPr>
          <p:nvPr>
            <p:ph type="sldNum" sz="quarter" idx="12"/>
          </p:nvPr>
        </p:nvSpPr>
        <p:spPr/>
        <p:txBody>
          <a:bodyPr/>
          <a:lstStyle/>
          <a:p>
            <a:fld id="{B2DBEE2E-3E35-497F-98A5-A06378EDDFFF}" type="slidenum">
              <a:rPr lang="en-US" smtClean="0"/>
              <a:t>‹#›</a:t>
            </a:fld>
            <a:endParaRPr lang="en-US"/>
          </a:p>
        </p:txBody>
      </p:sp>
    </p:spTree>
    <p:extLst>
      <p:ext uri="{BB962C8B-B14F-4D97-AF65-F5344CB8AC3E}">
        <p14:creationId xmlns:p14="http://schemas.microsoft.com/office/powerpoint/2010/main" val="2771410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F2067-8041-8D84-74D0-B8DD36EAFB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2B7E12-265E-F065-BED8-5411758C31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486A281-6B46-1243-7C33-EBDBAB5123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D66EE6-E3E8-08F1-94FD-091D208F29B3}"/>
              </a:ext>
            </a:extLst>
          </p:cNvPr>
          <p:cNvSpPr>
            <a:spLocks noGrp="1"/>
          </p:cNvSpPr>
          <p:nvPr>
            <p:ph type="dt" sz="half" idx="10"/>
          </p:nvPr>
        </p:nvSpPr>
        <p:spPr/>
        <p:txBody>
          <a:bodyPr/>
          <a:lstStyle/>
          <a:p>
            <a:fld id="{CFC773A3-A0AD-4910-AFDA-BBC6D9D19190}" type="datetimeFigureOut">
              <a:rPr lang="en-US" smtClean="0"/>
              <a:t>1/23/2026</a:t>
            </a:fld>
            <a:endParaRPr lang="en-US"/>
          </a:p>
        </p:txBody>
      </p:sp>
      <p:sp>
        <p:nvSpPr>
          <p:cNvPr id="6" name="Footer Placeholder 5">
            <a:extLst>
              <a:ext uri="{FF2B5EF4-FFF2-40B4-BE49-F238E27FC236}">
                <a16:creationId xmlns:a16="http://schemas.microsoft.com/office/drawing/2014/main" id="{7EA32670-BEF0-49D2-472D-995EEC66A3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D1257A-6A8F-1DD6-461A-3F7146944881}"/>
              </a:ext>
            </a:extLst>
          </p:cNvPr>
          <p:cNvSpPr>
            <a:spLocks noGrp="1"/>
          </p:cNvSpPr>
          <p:nvPr>
            <p:ph type="sldNum" sz="quarter" idx="12"/>
          </p:nvPr>
        </p:nvSpPr>
        <p:spPr/>
        <p:txBody>
          <a:bodyPr/>
          <a:lstStyle/>
          <a:p>
            <a:fld id="{B2DBEE2E-3E35-497F-98A5-A06378EDDFFF}" type="slidenum">
              <a:rPr lang="en-US" smtClean="0"/>
              <a:t>‹#›</a:t>
            </a:fld>
            <a:endParaRPr lang="en-US"/>
          </a:p>
        </p:txBody>
      </p:sp>
    </p:spTree>
    <p:extLst>
      <p:ext uri="{BB962C8B-B14F-4D97-AF65-F5344CB8AC3E}">
        <p14:creationId xmlns:p14="http://schemas.microsoft.com/office/powerpoint/2010/main" val="68673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7A77F-2EA0-70E8-2280-9533426D64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4C63CD-EBC9-4A1B-8821-7507AF012F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431CBC-600A-3D9D-FD09-79D50B8B29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E6838D-FFB9-176F-D279-553072B18B6B}"/>
              </a:ext>
            </a:extLst>
          </p:cNvPr>
          <p:cNvSpPr>
            <a:spLocks noGrp="1"/>
          </p:cNvSpPr>
          <p:nvPr>
            <p:ph type="dt" sz="half" idx="10"/>
          </p:nvPr>
        </p:nvSpPr>
        <p:spPr/>
        <p:txBody>
          <a:bodyPr/>
          <a:lstStyle/>
          <a:p>
            <a:fld id="{CFC773A3-A0AD-4910-AFDA-BBC6D9D19190}" type="datetimeFigureOut">
              <a:rPr lang="en-US" smtClean="0"/>
              <a:t>1/23/2026</a:t>
            </a:fld>
            <a:endParaRPr lang="en-US"/>
          </a:p>
        </p:txBody>
      </p:sp>
      <p:sp>
        <p:nvSpPr>
          <p:cNvPr id="6" name="Footer Placeholder 5">
            <a:extLst>
              <a:ext uri="{FF2B5EF4-FFF2-40B4-BE49-F238E27FC236}">
                <a16:creationId xmlns:a16="http://schemas.microsoft.com/office/drawing/2014/main" id="{6739114B-BC87-5DF9-6BB6-EBFE1DF4C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9A5129-9C2B-789D-968D-E2D582E9A4DF}"/>
              </a:ext>
            </a:extLst>
          </p:cNvPr>
          <p:cNvSpPr>
            <a:spLocks noGrp="1"/>
          </p:cNvSpPr>
          <p:nvPr>
            <p:ph type="sldNum" sz="quarter" idx="12"/>
          </p:nvPr>
        </p:nvSpPr>
        <p:spPr/>
        <p:txBody>
          <a:bodyPr/>
          <a:lstStyle/>
          <a:p>
            <a:fld id="{B2DBEE2E-3E35-497F-98A5-A06378EDDFFF}" type="slidenum">
              <a:rPr lang="en-US" smtClean="0"/>
              <a:t>‹#›</a:t>
            </a:fld>
            <a:endParaRPr lang="en-US"/>
          </a:p>
        </p:txBody>
      </p:sp>
    </p:spTree>
    <p:extLst>
      <p:ext uri="{BB962C8B-B14F-4D97-AF65-F5344CB8AC3E}">
        <p14:creationId xmlns:p14="http://schemas.microsoft.com/office/powerpoint/2010/main" val="235703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AB137-0346-18AF-65B2-D6C1704EB6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881FB6-D0D8-1488-51F2-BB9B41859F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6187EF-FFCB-BC0E-A5C7-D3C0F7413D0F}"/>
              </a:ext>
            </a:extLst>
          </p:cNvPr>
          <p:cNvSpPr>
            <a:spLocks noGrp="1"/>
          </p:cNvSpPr>
          <p:nvPr>
            <p:ph type="dt" sz="half" idx="10"/>
          </p:nvPr>
        </p:nvSpPr>
        <p:spPr/>
        <p:txBody>
          <a:bodyPr/>
          <a:lstStyle/>
          <a:p>
            <a:fld id="{CFC773A3-A0AD-4910-AFDA-BBC6D9D19190}" type="datetimeFigureOut">
              <a:rPr lang="en-US" smtClean="0"/>
              <a:t>1/23/2026</a:t>
            </a:fld>
            <a:endParaRPr lang="en-US"/>
          </a:p>
        </p:txBody>
      </p:sp>
      <p:sp>
        <p:nvSpPr>
          <p:cNvPr id="5" name="Footer Placeholder 4">
            <a:extLst>
              <a:ext uri="{FF2B5EF4-FFF2-40B4-BE49-F238E27FC236}">
                <a16:creationId xmlns:a16="http://schemas.microsoft.com/office/drawing/2014/main" id="{69654BF2-228A-6EC8-6A15-BEFD7DCE85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85450B-B344-528E-2A49-2CC4F41942AB}"/>
              </a:ext>
            </a:extLst>
          </p:cNvPr>
          <p:cNvSpPr>
            <a:spLocks noGrp="1"/>
          </p:cNvSpPr>
          <p:nvPr>
            <p:ph type="sldNum" sz="quarter" idx="12"/>
          </p:nvPr>
        </p:nvSpPr>
        <p:spPr/>
        <p:txBody>
          <a:bodyPr/>
          <a:lstStyle/>
          <a:p>
            <a:fld id="{B2DBEE2E-3E35-497F-98A5-A06378EDDFFF}" type="slidenum">
              <a:rPr lang="en-US" smtClean="0"/>
              <a:t>‹#›</a:t>
            </a:fld>
            <a:endParaRPr lang="en-US"/>
          </a:p>
        </p:txBody>
      </p:sp>
    </p:spTree>
    <p:extLst>
      <p:ext uri="{BB962C8B-B14F-4D97-AF65-F5344CB8AC3E}">
        <p14:creationId xmlns:p14="http://schemas.microsoft.com/office/powerpoint/2010/main" val="2723042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274F13-B1DC-237C-506B-C55B3D526C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878221-FA9A-92D5-2CFE-9BFC710F38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E403B3-6F2D-55B6-AA24-D4146E28C532}"/>
              </a:ext>
            </a:extLst>
          </p:cNvPr>
          <p:cNvSpPr>
            <a:spLocks noGrp="1"/>
          </p:cNvSpPr>
          <p:nvPr>
            <p:ph type="dt" sz="half" idx="10"/>
          </p:nvPr>
        </p:nvSpPr>
        <p:spPr/>
        <p:txBody>
          <a:bodyPr/>
          <a:lstStyle/>
          <a:p>
            <a:fld id="{CFC773A3-A0AD-4910-AFDA-BBC6D9D19190}" type="datetimeFigureOut">
              <a:rPr lang="en-US" smtClean="0"/>
              <a:t>1/23/2026</a:t>
            </a:fld>
            <a:endParaRPr lang="en-US"/>
          </a:p>
        </p:txBody>
      </p:sp>
      <p:sp>
        <p:nvSpPr>
          <p:cNvPr id="5" name="Footer Placeholder 4">
            <a:extLst>
              <a:ext uri="{FF2B5EF4-FFF2-40B4-BE49-F238E27FC236}">
                <a16:creationId xmlns:a16="http://schemas.microsoft.com/office/drawing/2014/main" id="{3C78CEF4-A5D8-2296-9AA9-6689B2F75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C29B90-72ED-A250-9BD3-C4CEFB93171C}"/>
              </a:ext>
            </a:extLst>
          </p:cNvPr>
          <p:cNvSpPr>
            <a:spLocks noGrp="1"/>
          </p:cNvSpPr>
          <p:nvPr>
            <p:ph type="sldNum" sz="quarter" idx="12"/>
          </p:nvPr>
        </p:nvSpPr>
        <p:spPr/>
        <p:txBody>
          <a:bodyPr/>
          <a:lstStyle/>
          <a:p>
            <a:fld id="{B2DBEE2E-3E35-497F-98A5-A06378EDDFFF}" type="slidenum">
              <a:rPr lang="en-US" smtClean="0"/>
              <a:t>‹#›</a:t>
            </a:fld>
            <a:endParaRPr lang="en-US"/>
          </a:p>
        </p:txBody>
      </p:sp>
    </p:spTree>
    <p:extLst>
      <p:ext uri="{BB962C8B-B14F-4D97-AF65-F5344CB8AC3E}">
        <p14:creationId xmlns:p14="http://schemas.microsoft.com/office/powerpoint/2010/main" val="591894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E61201-B9B0-EDC7-C7CC-E51C4055CD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2D54FF0-774E-7649-6ABB-13134B6F0A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E70FF-3EE1-B486-962E-92AC2CECA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C773A3-A0AD-4910-AFDA-BBC6D9D19190}" type="datetimeFigureOut">
              <a:rPr lang="en-US" smtClean="0"/>
              <a:t>1/23/2026</a:t>
            </a:fld>
            <a:endParaRPr lang="en-US"/>
          </a:p>
        </p:txBody>
      </p:sp>
      <p:sp>
        <p:nvSpPr>
          <p:cNvPr id="5" name="Footer Placeholder 4">
            <a:extLst>
              <a:ext uri="{FF2B5EF4-FFF2-40B4-BE49-F238E27FC236}">
                <a16:creationId xmlns:a16="http://schemas.microsoft.com/office/drawing/2014/main" id="{19129A6F-288F-788A-8F28-1E639FC0B4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79CDD33-27E3-4E7C-4761-AF2FFEB8A6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BEE2E-3E35-497F-98A5-A06378EDDFFF}" type="slidenum">
              <a:rPr lang="en-US" smtClean="0"/>
              <a:t>‹#›</a:t>
            </a:fld>
            <a:endParaRPr lang="en-US"/>
          </a:p>
        </p:txBody>
      </p:sp>
    </p:spTree>
    <p:extLst>
      <p:ext uri="{BB962C8B-B14F-4D97-AF65-F5344CB8AC3E}">
        <p14:creationId xmlns:p14="http://schemas.microsoft.com/office/powerpoint/2010/main" val="4276013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1" Type="http://schemas.openxmlformats.org/officeDocument/2006/relationships/image" Target="../media/image14.png"/><Relationship Id="rId42" Type="http://schemas.openxmlformats.org/officeDocument/2006/relationships/image" Target="../media/image4.png"/><Relationship Id="rId47" Type="http://schemas.openxmlformats.org/officeDocument/2006/relationships/image" Target="../media/image10.png"/><Relationship Id="rId50" Type="http://schemas.openxmlformats.org/officeDocument/2006/relationships/image" Target="../media/image13.png"/><Relationship Id="rId55" Type="http://schemas.openxmlformats.org/officeDocument/2006/relationships/image" Target="../media/image18.png"/><Relationship Id="rId38" Type="http://schemas.openxmlformats.org/officeDocument/2006/relationships/image" Target="../media/image22.png"/><Relationship Id="rId46" Type="http://schemas.openxmlformats.org/officeDocument/2006/relationships/image" Target="../media/image9.png"/><Relationship Id="rId2" Type="http://schemas.openxmlformats.org/officeDocument/2006/relationships/image" Target="../media/image1.png"/><Relationship Id="rId41" Type="http://schemas.openxmlformats.org/officeDocument/2006/relationships/image" Target="../media/image3.png"/><Relationship Id="rId54" Type="http://schemas.openxmlformats.org/officeDocument/2006/relationships/image" Target="../media/image17.png"/><Relationship Id="rId1" Type="http://schemas.openxmlformats.org/officeDocument/2006/relationships/slideLayout" Target="../slideLayouts/slideLayout1.xml"/><Relationship Id="rId40" Type="http://schemas.openxmlformats.org/officeDocument/2006/relationships/image" Target="../media/image2.png"/><Relationship Id="rId45" Type="http://schemas.openxmlformats.org/officeDocument/2006/relationships/image" Target="../media/image7.png"/><Relationship Id="rId53" Type="http://schemas.openxmlformats.org/officeDocument/2006/relationships/image" Target="../media/image16.png"/><Relationship Id="rId58" Type="http://schemas.openxmlformats.org/officeDocument/2006/relationships/image" Target="../media/image20.png"/><Relationship Id="rId49" Type="http://schemas.openxmlformats.org/officeDocument/2006/relationships/image" Target="../media/image12.png"/><Relationship Id="rId57" Type="http://schemas.openxmlformats.org/officeDocument/2006/relationships/image" Target="../media/image190.png"/><Relationship Id="rId44" Type="http://schemas.openxmlformats.org/officeDocument/2006/relationships/image" Target="../media/image6.png"/><Relationship Id="rId52" Type="http://schemas.openxmlformats.org/officeDocument/2006/relationships/image" Target="../media/image15.png"/><Relationship Id="rId43" Type="http://schemas.openxmlformats.org/officeDocument/2006/relationships/image" Target="../media/image5.png"/><Relationship Id="rId27" Type="http://schemas.openxmlformats.org/officeDocument/2006/relationships/image" Target="../media/image8.png"/><Relationship Id="rId48" Type="http://schemas.openxmlformats.org/officeDocument/2006/relationships/image" Target="../media/image11.png"/><Relationship Id="rId56" Type="http://schemas.openxmlformats.org/officeDocument/2006/relationships/image" Target="../media/image19.png"/></Relationships>
</file>

<file path=ppt/slides/_rels/slide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36FE20-54A1-EEE7-D957-A3B4EBFA4021}"/>
                  </a:ext>
                </a:extLst>
              </p:cNvPr>
              <p:cNvSpPr txBox="1"/>
              <p:nvPr/>
            </p:nvSpPr>
            <p:spPr>
              <a:xfrm>
                <a:off x="1766275" y="4758001"/>
                <a:ext cx="8640587" cy="900246"/>
              </a:xfrm>
              <a:prstGeom prst="rect">
                <a:avLst/>
              </a:prstGeom>
              <a:noFill/>
            </p:spPr>
            <p:txBody>
              <a:bodyPr wrap="square">
                <a:spAutoFit/>
              </a:bodyPr>
              <a:lstStyle/>
              <a:p>
                <a:pPr>
                  <a:spcAft>
                    <a:spcPts val="1000"/>
                  </a:spcAft>
                </a:pPr>
                <a:r>
                  <a:rPr lang="en-US" sz="1050" dirty="0">
                    <a:latin typeface="Calibri" panose="020F0502020204030204" pitchFamily="34" charset="0"/>
                    <a:ea typeface="Calibri" panose="020F0502020204030204" pitchFamily="34" charset="0"/>
                    <a:cs typeface="Times New Roman" panose="02020603050405020304" pitchFamily="18" charset="0"/>
                  </a:rPr>
                  <a:t>Figure 1 (A) Observation model schematic illustrating the preprocessing of solid-state </a:t>
                </a:r>
                <a:r>
                  <a:rPr lang="en-US" sz="1050" baseline="30000" dirty="0">
                    <a:latin typeface="Calibri" panose="020F0502020204030204" pitchFamily="34" charset="0"/>
                    <a:ea typeface="Calibri" panose="020F0502020204030204" pitchFamily="34" charset="0"/>
                    <a:cs typeface="Times New Roman" panose="02020603050405020304" pitchFamily="18" charset="0"/>
                  </a:rPr>
                  <a:t>13</a:t>
                </a:r>
                <a:r>
                  <a:rPr lang="en-US" sz="1050" dirty="0">
                    <a:latin typeface="Calibri" panose="020F0502020204030204" pitchFamily="34" charset="0"/>
                    <a:ea typeface="Calibri" panose="020F0502020204030204" pitchFamily="34" charset="0"/>
                    <a:cs typeface="Times New Roman" panose="02020603050405020304" pitchFamily="18" charset="0"/>
                  </a:rPr>
                  <a:t>C NMR spectra through a molecular mixing model to derive fractions of five major components of litter, namely, carbohydrate, protein, lignin, lipid and carbonyl. (B) Litter decomposition model schematic wherein microbes decompose various litter components with an overall carbon use efficiency (CUE). Solid and dashed lines denote substrate uptake rates (</a:t>
                </a:r>
                <a14:m>
                  <m:oMath xmlns:m="http://schemas.openxmlformats.org/officeDocument/2006/math">
                    <m:sSub>
                      <m:sSubPr>
                        <m:ctrlPr>
                          <a:rPr lang="en-US" sz="1050" i="1">
                            <a:latin typeface="Cambria Math" panose="02040503050406030204" pitchFamily="18" charset="0"/>
                            <a:ea typeface="Calibri" panose="020F0502020204030204" pitchFamily="34" charset="0"/>
                            <a:cs typeface="Times New Roman" panose="02020603050405020304" pitchFamily="18" charset="0"/>
                          </a:rPr>
                        </m:ctrlPr>
                      </m:sSubPr>
                      <m:e>
                        <m:r>
                          <a:rPr lang="en-US" sz="1050" i="1">
                            <a:latin typeface="Cambria Math" panose="02040503050406030204" pitchFamily="18" charset="0"/>
                            <a:ea typeface="Calibri" panose="020F0502020204030204" pitchFamily="34" charset="0"/>
                            <a:cs typeface="Times New Roman" panose="02020603050405020304" pitchFamily="18" charset="0"/>
                          </a:rPr>
                          <m:t>𝑈</m:t>
                        </m:r>
                      </m:e>
                      <m:sub>
                        <m:r>
                          <a:rPr lang="en-US" sz="1050" i="1">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sz="1050" dirty="0">
                    <a:latin typeface="Calibri" panose="020F0502020204030204" pitchFamily="34" charset="0"/>
                    <a:ea typeface="Calibri" panose="020F0502020204030204" pitchFamily="34" charset="0"/>
                    <a:cs typeface="Times New Roman" panose="02020603050405020304" pitchFamily="18" charset="0"/>
                  </a:rPr>
                  <a:t>) and microbial mortality rates (</a:t>
                </a:r>
                <a14:m>
                  <m:oMath xmlns:m="http://schemas.openxmlformats.org/officeDocument/2006/math">
                    <m:sSub>
                      <m:sSubPr>
                        <m:ctrlPr>
                          <a:rPr lang="en-US" sz="1050" i="1">
                            <a:latin typeface="Cambria Math" panose="02040503050406030204" pitchFamily="18" charset="0"/>
                            <a:ea typeface="Calibri" panose="020F0502020204030204" pitchFamily="34" charset="0"/>
                            <a:cs typeface="Times New Roman" panose="02020603050405020304" pitchFamily="18" charset="0"/>
                          </a:rPr>
                        </m:ctrlPr>
                      </m:sSubPr>
                      <m:e>
                        <m:r>
                          <a:rPr lang="en-US" sz="1050" i="1">
                            <a:latin typeface="Cambria Math" panose="02040503050406030204" pitchFamily="18" charset="0"/>
                            <a:ea typeface="Calibri" panose="020F0502020204030204" pitchFamily="34" charset="0"/>
                            <a:cs typeface="Times New Roman" panose="02020603050405020304" pitchFamily="18" charset="0"/>
                          </a:rPr>
                          <m:t>𝑚</m:t>
                        </m:r>
                      </m:e>
                      <m:sub>
                        <m:r>
                          <a:rPr lang="en-US" sz="1050" i="1">
                            <a:latin typeface="Cambria Math" panose="02040503050406030204" pitchFamily="18" charset="0"/>
                            <a:ea typeface="Calibri" panose="020F0502020204030204" pitchFamily="34" charset="0"/>
                            <a:cs typeface="Times New Roman" panose="02020603050405020304" pitchFamily="18" charset="0"/>
                          </a:rPr>
                          <m:t>𝑖</m:t>
                        </m:r>
                      </m:sub>
                    </m:sSub>
                    <m:r>
                      <a:rPr lang="en-US" sz="1050" i="1">
                        <a:latin typeface="Cambria Math" panose="02040503050406030204" pitchFamily="18" charset="0"/>
                        <a:ea typeface="Calibri" panose="020F0502020204030204" pitchFamily="34" charset="0"/>
                        <a:cs typeface="Times New Roman" panose="02020603050405020304" pitchFamily="18" charset="0"/>
                      </a:rPr>
                      <m:t>𝐺</m:t>
                    </m:r>
                  </m:oMath>
                </a14:m>
                <a:r>
                  <a:rPr lang="en-US" sz="1050" dirty="0">
                    <a:latin typeface="Calibri" panose="020F0502020204030204" pitchFamily="34" charset="0"/>
                    <a:ea typeface="Calibri" panose="020F0502020204030204" pitchFamily="34" charset="0"/>
                    <a:cs typeface="Times New Roman" panose="02020603050405020304" pitchFamily="18" charset="0"/>
                  </a:rPr>
                  <a:t>) of respective pools, where </a:t>
                </a:r>
                <a14:m>
                  <m:oMath xmlns:m="http://schemas.openxmlformats.org/officeDocument/2006/math">
                    <m:r>
                      <a:rPr lang="en-US" sz="1050" i="1">
                        <a:latin typeface="Cambria Math" panose="02040503050406030204" pitchFamily="18" charset="0"/>
                        <a:ea typeface="Calibri" panose="020F0502020204030204" pitchFamily="34" charset="0"/>
                        <a:cs typeface="Times New Roman" panose="02020603050405020304" pitchFamily="18" charset="0"/>
                      </a:rPr>
                      <m:t>𝑖</m:t>
                    </m:r>
                  </m:oMath>
                </a14:m>
                <a:r>
                  <a:rPr lang="en-US" sz="1050" dirty="0">
                    <a:latin typeface="Calibri" panose="020F0502020204030204" pitchFamily="34" charset="0"/>
                    <a:ea typeface="Times New Roman" panose="02020603050405020304" pitchFamily="18" charset="0"/>
                    <a:cs typeface="Times New Roman" panose="02020603050405020304" pitchFamily="18" charset="0"/>
                  </a:rPr>
                  <a:t> = (</a:t>
                </a:r>
                <a14:m>
                  <m:oMath xmlns:m="http://schemas.openxmlformats.org/officeDocument/2006/math">
                    <m:r>
                      <a:rPr lang="en-US" sz="1050" i="1">
                        <a:latin typeface="Cambria Math" panose="02040503050406030204" pitchFamily="18" charset="0"/>
                        <a:ea typeface="Times New Roman" panose="02020603050405020304" pitchFamily="18" charset="0"/>
                        <a:cs typeface="Times New Roman" panose="02020603050405020304" pitchFamily="18" charset="0"/>
                      </a:rPr>
                      <m:t>𝐶</m:t>
                    </m:r>
                    <m:r>
                      <a:rPr lang="en-US" sz="1050" i="1">
                        <a:latin typeface="Cambria Math" panose="02040503050406030204" pitchFamily="18" charset="0"/>
                        <a:ea typeface="Times New Roman" panose="02020603050405020304" pitchFamily="18" charset="0"/>
                        <a:cs typeface="Times New Roman" panose="02020603050405020304" pitchFamily="18" charset="0"/>
                      </a:rPr>
                      <m:t>, </m:t>
                    </m:r>
                    <m:r>
                      <a:rPr lang="en-US" sz="1050" i="1">
                        <a:latin typeface="Cambria Math" panose="02040503050406030204" pitchFamily="18" charset="0"/>
                        <a:ea typeface="Times New Roman" panose="02020603050405020304" pitchFamily="18" charset="0"/>
                        <a:cs typeface="Times New Roman" panose="02020603050405020304" pitchFamily="18" charset="0"/>
                      </a:rPr>
                      <m:t>𝑃</m:t>
                    </m:r>
                    <m:r>
                      <a:rPr lang="en-US" sz="1050" i="1">
                        <a:latin typeface="Cambria Math" panose="02040503050406030204" pitchFamily="18" charset="0"/>
                        <a:ea typeface="Times New Roman" panose="02020603050405020304" pitchFamily="18" charset="0"/>
                        <a:cs typeface="Times New Roman" panose="02020603050405020304" pitchFamily="18" charset="0"/>
                      </a:rPr>
                      <m:t>, </m:t>
                    </m:r>
                    <m:r>
                      <a:rPr lang="en-US" sz="1050" i="1">
                        <a:latin typeface="Cambria Math" panose="02040503050406030204" pitchFamily="18" charset="0"/>
                        <a:ea typeface="Times New Roman" panose="02020603050405020304" pitchFamily="18" charset="0"/>
                        <a:cs typeface="Times New Roman" panose="02020603050405020304" pitchFamily="18" charset="0"/>
                      </a:rPr>
                      <m:t>𝐿𝑖𝑔</m:t>
                    </m:r>
                    <m:r>
                      <a:rPr lang="en-US" sz="1050" i="1">
                        <a:latin typeface="Cambria Math" panose="02040503050406030204" pitchFamily="18" charset="0"/>
                        <a:ea typeface="Times New Roman" panose="02020603050405020304" pitchFamily="18" charset="0"/>
                        <a:cs typeface="Times New Roman" panose="02020603050405020304" pitchFamily="18" charset="0"/>
                      </a:rPr>
                      <m:t>,</m:t>
                    </m:r>
                    <m:r>
                      <a:rPr lang="en-US" sz="1050" i="1">
                        <a:latin typeface="Cambria Math" panose="02040503050406030204" pitchFamily="18" charset="0"/>
                        <a:ea typeface="Times New Roman" panose="02020603050405020304" pitchFamily="18" charset="0"/>
                        <a:cs typeface="Times New Roman" panose="02020603050405020304" pitchFamily="18" charset="0"/>
                      </a:rPr>
                      <m:t>𝐿𝑖𝑝</m:t>
                    </m:r>
                  </m:oMath>
                </a14:m>
                <a:r>
                  <a:rPr lang="en-US" sz="1050" dirty="0">
                    <a:latin typeface="Calibri" panose="020F0502020204030204" pitchFamily="34" charset="0"/>
                    <a:ea typeface="Times New Roman" panose="02020603050405020304" pitchFamily="18" charset="0"/>
                    <a:cs typeface="Times New Roman" panose="02020603050405020304" pitchFamily="18" charset="0"/>
                  </a:rPr>
                  <a:t> or </a:t>
                </a:r>
                <a14:m>
                  <m:oMath xmlns:m="http://schemas.openxmlformats.org/officeDocument/2006/math">
                    <m:r>
                      <a:rPr lang="en-US" sz="1050" i="1">
                        <a:latin typeface="Cambria Math" panose="02040503050406030204" pitchFamily="18" charset="0"/>
                        <a:ea typeface="Times New Roman" panose="02020603050405020304" pitchFamily="18" charset="0"/>
                        <a:cs typeface="Times New Roman" panose="02020603050405020304" pitchFamily="18" charset="0"/>
                      </a:rPr>
                      <m:t>𝐶𝑅</m:t>
                    </m:r>
                  </m:oMath>
                </a14:m>
                <a:r>
                  <a:rPr lang="en-US" sz="1050" dirty="0">
                    <a:latin typeface="Calibri" panose="020F0502020204030204" pitchFamily="34" charset="0"/>
                    <a:ea typeface="Times New Roman" panose="02020603050405020304" pitchFamily="18" charset="0"/>
                    <a:cs typeface="Times New Roman" panose="02020603050405020304" pitchFamily="18" charset="0"/>
                  </a:rPr>
                  <a:t> ), </a:t>
                </a:r>
                <a14:m>
                  <m:oMath xmlns:m="http://schemas.openxmlformats.org/officeDocument/2006/math">
                    <m:r>
                      <a:rPr lang="en-US" sz="1050" i="1">
                        <a:latin typeface="Cambria Math" panose="02040503050406030204" pitchFamily="18" charset="0"/>
                        <a:ea typeface="Times New Roman" panose="02020603050405020304" pitchFamily="18" charset="0"/>
                        <a:cs typeface="Times New Roman" panose="02020603050405020304" pitchFamily="18" charset="0"/>
                      </a:rPr>
                      <m:t>𝐺</m:t>
                    </m:r>
                  </m:oMath>
                </a14:m>
                <a:r>
                  <a:rPr lang="en-US" sz="1050" dirty="0">
                    <a:latin typeface="Calibri" panose="020F0502020204030204" pitchFamily="34" charset="0"/>
                    <a:ea typeface="Times New Roman" panose="02020603050405020304" pitchFamily="18" charset="0"/>
                    <a:cs typeface="Times New Roman" panose="02020603050405020304" pitchFamily="18" charset="0"/>
                  </a:rPr>
                  <a:t> is the </a:t>
                </a:r>
                <a:r>
                  <a:rPr lang="en-US" sz="1050" dirty="0">
                    <a:latin typeface="Calibri" panose="020F0502020204030204" pitchFamily="34" charset="0"/>
                    <a:ea typeface="Calibri" panose="020F0502020204030204" pitchFamily="34" charset="0"/>
                    <a:cs typeface="Times New Roman" panose="02020603050405020304" pitchFamily="18" charset="0"/>
                  </a:rPr>
                  <a:t>microbial </a:t>
                </a:r>
                <a:r>
                  <a:rPr lang="en-US" sz="1050" dirty="0">
                    <a:latin typeface="Calibri" panose="020F0502020204030204" pitchFamily="34" charset="0"/>
                    <a:ea typeface="Times New Roman" panose="02020603050405020304" pitchFamily="18" charset="0"/>
                    <a:cs typeface="Times New Roman" panose="02020603050405020304" pitchFamily="18" charset="0"/>
                  </a:rPr>
                  <a:t>growth rate, </a:t>
                </a:r>
                <a14:m>
                  <m:oMath xmlns:m="http://schemas.openxmlformats.org/officeDocument/2006/math">
                    <m:sSub>
                      <m:sSubPr>
                        <m:ctrlPr>
                          <a:rPr lang="en-US" sz="105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1050" i="1">
                            <a:latin typeface="Cambria Math" panose="02040503050406030204" pitchFamily="18" charset="0"/>
                            <a:ea typeface="Times New Roman" panose="02020603050405020304" pitchFamily="18" charset="0"/>
                            <a:cs typeface="Times New Roman" panose="02020603050405020304" pitchFamily="18" charset="0"/>
                          </a:rPr>
                          <m:t>𝑚</m:t>
                        </m:r>
                      </m:e>
                      <m:sub>
                        <m:r>
                          <a:rPr lang="en-US" sz="1050" i="1">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050" dirty="0">
                    <a:latin typeface="Calibri" panose="020F0502020204030204" pitchFamily="34" charset="0"/>
                    <a:ea typeface="Times New Roman" panose="02020603050405020304" pitchFamily="18" charset="0"/>
                    <a:cs typeface="Times New Roman" panose="02020603050405020304" pitchFamily="18" charset="0"/>
                  </a:rPr>
                  <a:t> is the fraction of necromass recycled into pools, and </a:t>
                </a:r>
                <a14:m>
                  <m:oMath xmlns:m="http://schemas.openxmlformats.org/officeDocument/2006/math">
                    <m:r>
                      <a:rPr lang="en-US" sz="1050" i="1">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050" dirty="0">
                    <a:latin typeface="Calibri" panose="020F0502020204030204" pitchFamily="34" charset="0"/>
                    <a:ea typeface="Times New Roman" panose="02020603050405020304" pitchFamily="18" charset="0"/>
                    <a:cs typeface="Times New Roman" panose="02020603050405020304" pitchFamily="18" charset="0"/>
                  </a:rPr>
                  <a:t> in </a:t>
                </a:r>
                <a14:m>
                  <m:oMath xmlns:m="http://schemas.openxmlformats.org/officeDocument/2006/math">
                    <m:sSub>
                      <m:sSubPr>
                        <m:ctrlPr>
                          <a:rPr lang="en-US" sz="105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1050" i="1">
                            <a:latin typeface="Cambria Math" panose="02040503050406030204" pitchFamily="18" charset="0"/>
                            <a:ea typeface="Times New Roman" panose="02020603050405020304" pitchFamily="18" charset="0"/>
                            <a:cs typeface="Times New Roman" panose="02020603050405020304" pitchFamily="18" charset="0"/>
                          </a:rPr>
                          <m:t>𝐶</m:t>
                        </m:r>
                      </m:e>
                      <m:sub>
                        <m:r>
                          <a:rPr lang="en-US" sz="1050" i="1">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050" dirty="0">
                    <a:latin typeface="Calibri" panose="020F0502020204030204" pitchFamily="34" charset="0"/>
                    <a:ea typeface="Times New Roman" panose="02020603050405020304" pitchFamily="18" charset="0"/>
                    <a:cs typeface="Times New Roman" panose="02020603050405020304" pitchFamily="18" charset="0"/>
                  </a:rPr>
                  <a:t> denote carbon in mass units (gC). </a:t>
                </a:r>
                <a14:m>
                  <m:oMath xmlns:m="http://schemas.openxmlformats.org/officeDocument/2006/math">
                    <m:sSub>
                      <m:sSubPr>
                        <m:ctrlPr>
                          <a:rPr lang="en-US" sz="105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1050" i="1">
                            <a:latin typeface="Cambria Math" panose="02040503050406030204" pitchFamily="18" charset="0"/>
                            <a:ea typeface="Times New Roman" panose="02020603050405020304" pitchFamily="18" charset="0"/>
                            <a:cs typeface="Times New Roman" panose="02020603050405020304" pitchFamily="18" charset="0"/>
                          </a:rPr>
                          <m:t>𝑀</m:t>
                        </m:r>
                      </m:e>
                      <m:sub>
                        <m:r>
                          <a:rPr lang="en-US" sz="1050" i="1">
                            <a:latin typeface="Cambria Math" panose="02040503050406030204" pitchFamily="18" charset="0"/>
                            <a:ea typeface="Times New Roman" panose="02020603050405020304" pitchFamily="18" charset="0"/>
                            <a:cs typeface="Times New Roman" panose="02020603050405020304" pitchFamily="18" charset="0"/>
                          </a:rPr>
                          <m:t>𝑛𝑒𝑡</m:t>
                        </m:r>
                      </m:sub>
                    </m:sSub>
                  </m:oMath>
                </a14:m>
                <a:r>
                  <a:rPr lang="en-US" sz="1050" dirty="0">
                    <a:latin typeface="Calibri" panose="020F0502020204030204" pitchFamily="34" charset="0"/>
                    <a:ea typeface="Times New Roman" panose="02020603050405020304" pitchFamily="18" charset="0"/>
                    <a:cs typeface="Times New Roman" panose="02020603050405020304" pitchFamily="18" charset="0"/>
                  </a:rPr>
                  <a:t> is the net N exchange rate from inorganic N pool. </a:t>
                </a:r>
                <a:endParaRPr lang="en-US" sz="105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A336FE20-54A1-EEE7-D957-A3B4EBFA4021}"/>
                  </a:ext>
                </a:extLst>
              </p:cNvPr>
              <p:cNvSpPr txBox="1">
                <a:spLocks noRot="1" noChangeAspect="1" noMove="1" noResize="1" noEditPoints="1" noAdjustHandles="1" noChangeArrowheads="1" noChangeShapeType="1" noTextEdit="1"/>
              </p:cNvSpPr>
              <p:nvPr/>
            </p:nvSpPr>
            <p:spPr>
              <a:xfrm>
                <a:off x="1766275" y="4758001"/>
                <a:ext cx="8640587" cy="900246"/>
              </a:xfrm>
              <a:prstGeom prst="rect">
                <a:avLst/>
              </a:prstGeom>
              <a:blipFill>
                <a:blip r:embed="rId2"/>
                <a:stretch>
                  <a:fillRect r="-71" b="-40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5D467AA-E37B-73A5-94B5-9B93286E02F4}"/>
                  </a:ext>
                </a:extLst>
              </p:cNvPr>
              <p:cNvSpPr txBox="1"/>
              <p:nvPr/>
            </p:nvSpPr>
            <p:spPr>
              <a:xfrm>
                <a:off x="499565" y="5920780"/>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𝑁𝑀𝑅</m:t>
                          </m:r>
                        </m:e>
                        <m:sub>
                          <m:r>
                            <a:rPr lang="en-US" i="1">
                              <a:latin typeface="Cambria Math" panose="02040503050406030204" pitchFamily="18" charset="0"/>
                            </a:rPr>
                            <m:t>𝑂𝐶</m:t>
                          </m:r>
                        </m:sub>
                      </m:sSub>
                      <m:r>
                        <a:rPr lang="en-US" i="0">
                          <a:latin typeface="Cambria Math" panose="02040503050406030204" pitchFamily="18" charset="0"/>
                        </a:rPr>
                        <m:t>×</m:t>
                      </m:r>
                      <m:r>
                        <a:rPr lang="en-US" b="1" i="1">
                          <a:latin typeface="Cambria Math" panose="02040503050406030204" pitchFamily="18" charset="0"/>
                        </a:rPr>
                        <m:t>𝒙</m:t>
                      </m:r>
                      <m:r>
                        <a:rPr lang="en-US" b="0" i="0">
                          <a:latin typeface="Cambria Math" panose="02040503050406030204" pitchFamily="18" charset="0"/>
                        </a:rPr>
                        <m:t>=</m:t>
                      </m:r>
                      <m:sSub>
                        <m:sSubPr>
                          <m:ctrlPr>
                            <a:rPr lang="en-US" b="0" i="1">
                              <a:solidFill>
                                <a:srgbClr val="836967"/>
                              </a:solidFill>
                              <a:latin typeface="Cambria Math" panose="02040503050406030204" pitchFamily="18" charset="0"/>
                            </a:rPr>
                          </m:ctrlPr>
                        </m:sSubPr>
                        <m:e>
                          <m:r>
                            <a:rPr lang="en-US" b="0" i="1">
                              <a:latin typeface="Cambria Math" panose="02040503050406030204" pitchFamily="18" charset="0"/>
                            </a:rPr>
                            <m:t>𝑁𝑀𝑅</m:t>
                          </m:r>
                        </m:e>
                        <m:sub>
                          <m:r>
                            <a:rPr lang="en-US" b="0" i="1">
                              <a:latin typeface="Cambria Math" panose="02040503050406030204" pitchFamily="18" charset="0"/>
                            </a:rPr>
                            <m:t>𝐿𝑖𝑡𝑡𝑒𝑟</m:t>
                          </m:r>
                        </m:sub>
                      </m:sSub>
                    </m:oMath>
                  </m:oMathPara>
                </a14:m>
                <a:endParaRPr lang="en-US" dirty="0"/>
              </a:p>
            </p:txBody>
          </p:sp>
        </mc:Choice>
        <mc:Fallback xmlns="">
          <p:sp>
            <p:nvSpPr>
              <p:cNvPr id="32" name="TextBox 31">
                <a:extLst>
                  <a:ext uri="{FF2B5EF4-FFF2-40B4-BE49-F238E27FC236}">
                    <a16:creationId xmlns:a16="http://schemas.microsoft.com/office/drawing/2014/main" id="{F5D467AA-E37B-73A5-94B5-9B93286E02F4}"/>
                  </a:ext>
                </a:extLst>
              </p:cNvPr>
              <p:cNvSpPr txBox="1">
                <a:spLocks noRot="1" noChangeAspect="1" noMove="1" noResize="1" noEditPoints="1" noAdjustHandles="1" noChangeArrowheads="1" noChangeShapeType="1" noTextEdit="1"/>
              </p:cNvSpPr>
              <p:nvPr/>
            </p:nvSpPr>
            <p:spPr>
              <a:xfrm>
                <a:off x="499565" y="5920780"/>
                <a:ext cx="6096000" cy="369332"/>
              </a:xfrm>
              <a:prstGeom prst="rect">
                <a:avLst/>
              </a:prstGeom>
              <a:blipFill>
                <a:blip r:embed="rId38"/>
                <a:stretch>
                  <a:fillRect/>
                </a:stretch>
              </a:blipFill>
            </p:spPr>
            <p:txBody>
              <a:bodyPr/>
              <a:lstStyle/>
              <a:p>
                <a:r>
                  <a:rPr lang="en-US">
                    <a:noFill/>
                  </a:rPr>
                  <a:t> </a:t>
                </a:r>
              </a:p>
            </p:txBody>
          </p:sp>
        </mc:Fallback>
      </mc:AlternateContent>
      <p:grpSp>
        <p:nvGrpSpPr>
          <p:cNvPr id="71" name="Group 70">
            <a:extLst>
              <a:ext uri="{FF2B5EF4-FFF2-40B4-BE49-F238E27FC236}">
                <a16:creationId xmlns:a16="http://schemas.microsoft.com/office/drawing/2014/main" id="{56C6ABB4-5B69-118B-5CC4-AAAC9B7E44A7}"/>
              </a:ext>
            </a:extLst>
          </p:cNvPr>
          <p:cNvGrpSpPr/>
          <p:nvPr/>
        </p:nvGrpSpPr>
        <p:grpSpPr>
          <a:xfrm>
            <a:off x="1593850" y="470551"/>
            <a:ext cx="8769478" cy="3925408"/>
            <a:chOff x="1593850" y="470551"/>
            <a:chExt cx="8769478" cy="3925408"/>
          </a:xfrm>
        </p:grpSpPr>
        <p:sp>
          <p:nvSpPr>
            <p:cNvPr id="17" name="Rectangle 16">
              <a:extLst>
                <a:ext uri="{FF2B5EF4-FFF2-40B4-BE49-F238E27FC236}">
                  <a16:creationId xmlns:a16="http://schemas.microsoft.com/office/drawing/2014/main" id="{C3CB7022-84D0-565F-B18B-634E093781C4}"/>
                </a:ext>
              </a:extLst>
            </p:cNvPr>
            <p:cNvSpPr/>
            <p:nvPr/>
          </p:nvSpPr>
          <p:spPr>
            <a:xfrm>
              <a:off x="1593850" y="576801"/>
              <a:ext cx="8769478" cy="38191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B03CF29E-E565-5C9E-3D72-03BA86549574}"/>
                </a:ext>
              </a:extLst>
            </p:cNvPr>
            <p:cNvGrpSpPr/>
            <p:nvPr/>
          </p:nvGrpSpPr>
          <p:grpSpPr>
            <a:xfrm>
              <a:off x="1624089" y="3349108"/>
              <a:ext cx="3259734" cy="902805"/>
              <a:chOff x="1664028" y="3354483"/>
              <a:chExt cx="3259734" cy="902805"/>
            </a:xfrm>
          </p:grpSpPr>
          <p:cxnSp>
            <p:nvCxnSpPr>
              <p:cNvPr id="47" name="Straight Connector 46">
                <a:extLst>
                  <a:ext uri="{FF2B5EF4-FFF2-40B4-BE49-F238E27FC236}">
                    <a16:creationId xmlns:a16="http://schemas.microsoft.com/office/drawing/2014/main" id="{E3F9D587-9430-9219-4C13-DB8F6EE572E7}"/>
                  </a:ext>
                </a:extLst>
              </p:cNvPr>
              <p:cNvCxnSpPr>
                <a:cxnSpLocks/>
                <a:endCxn id="35" idx="0"/>
              </p:cNvCxnSpPr>
              <p:nvPr/>
            </p:nvCxnSpPr>
            <p:spPr>
              <a:xfrm flipH="1">
                <a:off x="1664028" y="3354483"/>
                <a:ext cx="1042509" cy="537045"/>
              </a:xfrm>
              <a:prstGeom prst="line">
                <a:avLst/>
              </a:prstGeom>
              <a:ln w="952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2542BA6D-D896-8F57-54B2-5C9CD2125A92}"/>
                  </a:ext>
                </a:extLst>
              </p:cNvPr>
              <p:cNvCxnSpPr>
                <a:cxnSpLocks/>
                <a:endCxn id="38" idx="1"/>
              </p:cNvCxnSpPr>
              <p:nvPr/>
            </p:nvCxnSpPr>
            <p:spPr>
              <a:xfrm>
                <a:off x="3820100" y="3354483"/>
                <a:ext cx="1103662" cy="537045"/>
              </a:xfrm>
              <a:prstGeom prst="line">
                <a:avLst/>
              </a:prstGeom>
              <a:ln w="952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grpSp>
            <p:nvGrpSpPr>
              <p:cNvPr id="41" name="Group 40">
                <a:extLst>
                  <a:ext uri="{FF2B5EF4-FFF2-40B4-BE49-F238E27FC236}">
                    <a16:creationId xmlns:a16="http://schemas.microsoft.com/office/drawing/2014/main" id="{C34C0100-797A-E238-EB5A-DB196A23B81B}"/>
                  </a:ext>
                </a:extLst>
              </p:cNvPr>
              <p:cNvGrpSpPr/>
              <p:nvPr/>
            </p:nvGrpSpPr>
            <p:grpSpPr>
              <a:xfrm>
                <a:off x="1664028" y="3891528"/>
                <a:ext cx="3259734" cy="365760"/>
                <a:chOff x="1575128" y="3891528"/>
                <a:chExt cx="3259734" cy="365760"/>
              </a:xfrm>
            </p:grpSpPr>
            <p:sp>
              <p:nvSpPr>
                <p:cNvPr id="33" name="Freeform: Shape 32">
                  <a:extLst>
                    <a:ext uri="{FF2B5EF4-FFF2-40B4-BE49-F238E27FC236}">
                      <a16:creationId xmlns:a16="http://schemas.microsoft.com/office/drawing/2014/main" id="{16BC756F-FF18-C5A5-72DD-3338B92354D0}"/>
                    </a:ext>
                  </a:extLst>
                </p:cNvPr>
                <p:cNvSpPr/>
                <p:nvPr/>
              </p:nvSpPr>
              <p:spPr>
                <a:xfrm>
                  <a:off x="3216107" y="3891528"/>
                  <a:ext cx="500730" cy="365760"/>
                </a:xfrm>
                <a:custGeom>
                  <a:avLst/>
                  <a:gdLst>
                    <a:gd name="connsiteX0" fmla="*/ 0 w 1176710"/>
                    <a:gd name="connsiteY0" fmla="*/ 0 h 511697"/>
                    <a:gd name="connsiteX1" fmla="*/ 1176710 w 1176710"/>
                    <a:gd name="connsiteY1" fmla="*/ 0 h 511697"/>
                    <a:gd name="connsiteX2" fmla="*/ 1176710 w 1176710"/>
                    <a:gd name="connsiteY2" fmla="*/ 511697 h 511697"/>
                    <a:gd name="connsiteX3" fmla="*/ 0 w 1176710"/>
                    <a:gd name="connsiteY3" fmla="*/ 511697 h 511697"/>
                    <a:gd name="connsiteX4" fmla="*/ 0 w 1176710"/>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710" h="511697">
                      <a:moveTo>
                        <a:pt x="0" y="0"/>
                      </a:moveTo>
                      <a:lnTo>
                        <a:pt x="1176710" y="0"/>
                      </a:lnTo>
                      <a:lnTo>
                        <a:pt x="1176710" y="511697"/>
                      </a:lnTo>
                      <a:lnTo>
                        <a:pt x="0" y="511697"/>
                      </a:lnTo>
                      <a:lnTo>
                        <a:pt x="0" y="0"/>
                      </a:lnTo>
                      <a:close/>
                    </a:path>
                  </a:pathLst>
                </a:custGeom>
                <a:solidFill>
                  <a:srgbClr val="999999"/>
                </a:solidFill>
                <a:ln>
                  <a:no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r>
                    <a:rPr lang="en-US" sz="1200" dirty="0">
                      <a:solidFill>
                        <a:schemeClr val="tx1"/>
                      </a:solidFill>
                    </a:rPr>
                    <a:t>Lignins</a:t>
                  </a:r>
                </a:p>
              </p:txBody>
            </p:sp>
            <p:sp>
              <p:nvSpPr>
                <p:cNvPr id="35" name="Freeform: Shape 34">
                  <a:extLst>
                    <a:ext uri="{FF2B5EF4-FFF2-40B4-BE49-F238E27FC236}">
                      <a16:creationId xmlns:a16="http://schemas.microsoft.com/office/drawing/2014/main" id="{3C877B1A-220A-5621-BFEC-70FD01F9A4AD}"/>
                    </a:ext>
                  </a:extLst>
                </p:cNvPr>
                <p:cNvSpPr/>
                <p:nvPr/>
              </p:nvSpPr>
              <p:spPr>
                <a:xfrm>
                  <a:off x="1575128" y="3891528"/>
                  <a:ext cx="1031497" cy="365760"/>
                </a:xfrm>
                <a:custGeom>
                  <a:avLst/>
                  <a:gdLst>
                    <a:gd name="connsiteX0" fmla="*/ 0 w 1187858"/>
                    <a:gd name="connsiteY0" fmla="*/ 0 h 511697"/>
                    <a:gd name="connsiteX1" fmla="*/ 1187858 w 1187858"/>
                    <a:gd name="connsiteY1" fmla="*/ 0 h 511697"/>
                    <a:gd name="connsiteX2" fmla="*/ 1187858 w 1187858"/>
                    <a:gd name="connsiteY2" fmla="*/ 511697 h 511697"/>
                    <a:gd name="connsiteX3" fmla="*/ 0 w 1187858"/>
                    <a:gd name="connsiteY3" fmla="*/ 511697 h 511697"/>
                    <a:gd name="connsiteX4" fmla="*/ 0 w 1187858"/>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7858" h="511697">
                      <a:moveTo>
                        <a:pt x="0" y="0"/>
                      </a:moveTo>
                      <a:lnTo>
                        <a:pt x="1187858" y="0"/>
                      </a:lnTo>
                      <a:lnTo>
                        <a:pt x="1187858" y="511697"/>
                      </a:lnTo>
                      <a:lnTo>
                        <a:pt x="0" y="511697"/>
                      </a:lnTo>
                      <a:lnTo>
                        <a:pt x="0" y="0"/>
                      </a:lnTo>
                      <a:close/>
                    </a:path>
                  </a:pathLst>
                </a:custGeom>
                <a:solidFill>
                  <a:srgbClr val="E97766"/>
                </a:solidFill>
                <a:ln>
                  <a:no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r>
                    <a:rPr lang="en-US" sz="1200" dirty="0">
                      <a:solidFill>
                        <a:schemeClr val="tx1"/>
                      </a:solidFill>
                    </a:rPr>
                    <a:t>Carbohydrates</a:t>
                  </a:r>
                </a:p>
              </p:txBody>
            </p:sp>
            <p:sp>
              <p:nvSpPr>
                <p:cNvPr id="36" name="Freeform: Shape 35">
                  <a:extLst>
                    <a:ext uri="{FF2B5EF4-FFF2-40B4-BE49-F238E27FC236}">
                      <a16:creationId xmlns:a16="http://schemas.microsoft.com/office/drawing/2014/main" id="{4DC3E9B3-F370-BC2C-386C-FBFAEB4FC28B}"/>
                    </a:ext>
                  </a:extLst>
                </p:cNvPr>
                <p:cNvSpPr/>
                <p:nvPr/>
              </p:nvSpPr>
              <p:spPr>
                <a:xfrm>
                  <a:off x="2605866" y="3891528"/>
                  <a:ext cx="611000" cy="365760"/>
                </a:xfrm>
                <a:custGeom>
                  <a:avLst/>
                  <a:gdLst>
                    <a:gd name="connsiteX0" fmla="*/ 0 w 1176710"/>
                    <a:gd name="connsiteY0" fmla="*/ 0 h 511697"/>
                    <a:gd name="connsiteX1" fmla="*/ 1176710 w 1176710"/>
                    <a:gd name="connsiteY1" fmla="*/ 0 h 511697"/>
                    <a:gd name="connsiteX2" fmla="*/ 1176710 w 1176710"/>
                    <a:gd name="connsiteY2" fmla="*/ 511697 h 511697"/>
                    <a:gd name="connsiteX3" fmla="*/ 0 w 1176710"/>
                    <a:gd name="connsiteY3" fmla="*/ 511697 h 511697"/>
                    <a:gd name="connsiteX4" fmla="*/ 0 w 1176710"/>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710" h="511697">
                      <a:moveTo>
                        <a:pt x="0" y="0"/>
                      </a:moveTo>
                      <a:lnTo>
                        <a:pt x="1176710" y="0"/>
                      </a:lnTo>
                      <a:lnTo>
                        <a:pt x="1176710" y="511697"/>
                      </a:lnTo>
                      <a:lnTo>
                        <a:pt x="0" y="511697"/>
                      </a:lnTo>
                      <a:lnTo>
                        <a:pt x="0" y="0"/>
                      </a:lnTo>
                      <a:close/>
                    </a:path>
                  </a:pathLst>
                </a:custGeom>
                <a:solidFill>
                  <a:srgbClr val="67A7CD"/>
                </a:solidFill>
                <a:ln>
                  <a:noFill/>
                </a:ln>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r>
                    <a:rPr lang="en-US" sz="1200" dirty="0">
                      <a:solidFill>
                        <a:schemeClr val="tx1"/>
                      </a:solidFill>
                    </a:rPr>
                    <a:t>Proteins</a:t>
                  </a:r>
                </a:p>
              </p:txBody>
            </p:sp>
            <p:sp>
              <p:nvSpPr>
                <p:cNvPr id="37" name="Freeform: Shape 36">
                  <a:extLst>
                    <a:ext uri="{FF2B5EF4-FFF2-40B4-BE49-F238E27FC236}">
                      <a16:creationId xmlns:a16="http://schemas.microsoft.com/office/drawing/2014/main" id="{4B0C3B8A-4730-D41D-B1E4-B3824C819BD0}"/>
                    </a:ext>
                  </a:extLst>
                </p:cNvPr>
                <p:cNvSpPr/>
                <p:nvPr/>
              </p:nvSpPr>
              <p:spPr>
                <a:xfrm>
                  <a:off x="3716078" y="3891528"/>
                  <a:ext cx="434861" cy="365760"/>
                </a:xfrm>
                <a:custGeom>
                  <a:avLst/>
                  <a:gdLst>
                    <a:gd name="connsiteX0" fmla="*/ 0 w 1176710"/>
                    <a:gd name="connsiteY0" fmla="*/ 0 h 511697"/>
                    <a:gd name="connsiteX1" fmla="*/ 1176710 w 1176710"/>
                    <a:gd name="connsiteY1" fmla="*/ 0 h 511697"/>
                    <a:gd name="connsiteX2" fmla="*/ 1176710 w 1176710"/>
                    <a:gd name="connsiteY2" fmla="*/ 511697 h 511697"/>
                    <a:gd name="connsiteX3" fmla="*/ 0 w 1176710"/>
                    <a:gd name="connsiteY3" fmla="*/ 511697 h 511697"/>
                    <a:gd name="connsiteX4" fmla="*/ 0 w 1176710"/>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710" h="511697">
                      <a:moveTo>
                        <a:pt x="0" y="0"/>
                      </a:moveTo>
                      <a:lnTo>
                        <a:pt x="1176710" y="0"/>
                      </a:lnTo>
                      <a:lnTo>
                        <a:pt x="1176710" y="511697"/>
                      </a:lnTo>
                      <a:lnTo>
                        <a:pt x="0" y="511697"/>
                      </a:lnTo>
                      <a:lnTo>
                        <a:pt x="0" y="0"/>
                      </a:lnTo>
                      <a:close/>
                    </a:path>
                  </a:pathLst>
                </a:custGeom>
                <a:solidFill>
                  <a:srgbClr val="B2AADF"/>
                </a:solidFill>
                <a:ln>
                  <a:noFill/>
                </a:ln>
              </p:spPr>
              <p:style>
                <a:lnRef idx="2">
                  <a:schemeClr val="lt1">
                    <a:hueOff val="0"/>
                    <a:satOff val="0"/>
                    <a:lumOff val="0"/>
                    <a:alphaOff val="0"/>
                  </a:schemeClr>
                </a:lnRef>
                <a:fillRef idx="1">
                  <a:scrgbClr r="0" g="0" b="0"/>
                </a:fillRef>
                <a:effectRef idx="0">
                  <a:schemeClr val="accent5">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r>
                    <a:rPr lang="en-US" sz="1200" dirty="0">
                      <a:solidFill>
                        <a:schemeClr val="tx1"/>
                      </a:solidFill>
                    </a:rPr>
                    <a:t>Lipids</a:t>
                  </a:r>
                </a:p>
              </p:txBody>
            </p:sp>
            <p:sp>
              <p:nvSpPr>
                <p:cNvPr id="38" name="Freeform: Shape 37">
                  <a:extLst>
                    <a:ext uri="{FF2B5EF4-FFF2-40B4-BE49-F238E27FC236}">
                      <a16:creationId xmlns:a16="http://schemas.microsoft.com/office/drawing/2014/main" id="{B31C250E-E621-811B-6FC0-0FBC3D126430}"/>
                    </a:ext>
                  </a:extLst>
                </p:cNvPr>
                <p:cNvSpPr/>
                <p:nvPr/>
              </p:nvSpPr>
              <p:spPr>
                <a:xfrm>
                  <a:off x="4150181" y="3891528"/>
                  <a:ext cx="684681" cy="365760"/>
                </a:xfrm>
                <a:custGeom>
                  <a:avLst/>
                  <a:gdLst>
                    <a:gd name="connsiteX0" fmla="*/ 0 w 1187855"/>
                    <a:gd name="connsiteY0" fmla="*/ 0 h 511697"/>
                    <a:gd name="connsiteX1" fmla="*/ 1187855 w 1187855"/>
                    <a:gd name="connsiteY1" fmla="*/ 0 h 511697"/>
                    <a:gd name="connsiteX2" fmla="*/ 1187855 w 1187855"/>
                    <a:gd name="connsiteY2" fmla="*/ 511697 h 511697"/>
                    <a:gd name="connsiteX3" fmla="*/ 0 w 1187855"/>
                    <a:gd name="connsiteY3" fmla="*/ 511697 h 511697"/>
                    <a:gd name="connsiteX4" fmla="*/ 0 w 1187855"/>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7855" h="511697">
                      <a:moveTo>
                        <a:pt x="0" y="0"/>
                      </a:moveTo>
                      <a:lnTo>
                        <a:pt x="1187855" y="0"/>
                      </a:lnTo>
                      <a:lnTo>
                        <a:pt x="1187855" y="511697"/>
                      </a:lnTo>
                      <a:lnTo>
                        <a:pt x="0" y="511697"/>
                      </a:lnTo>
                      <a:lnTo>
                        <a:pt x="0" y="0"/>
                      </a:lnTo>
                      <a:close/>
                    </a:path>
                  </a:pathLst>
                </a:custGeom>
                <a:solidFill>
                  <a:srgbClr val="FCD086"/>
                </a:solidFill>
                <a:ln>
                  <a:noFill/>
                </a:ln>
              </p:spPr>
              <p:style>
                <a:lnRef idx="2">
                  <a:schemeClr val="lt1">
                    <a:hueOff val="0"/>
                    <a:satOff val="0"/>
                    <a:lumOff val="0"/>
                    <a:alphaOff val="0"/>
                  </a:schemeClr>
                </a:lnRef>
                <a:fillRef idx="1">
                  <a:scrgbClr r="0" g="0" b="0"/>
                </a:fillRef>
                <a:effectRef idx="0">
                  <a:schemeClr val="accent6">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r>
                    <a:rPr lang="en-US" sz="1200" dirty="0">
                      <a:solidFill>
                        <a:schemeClr val="tx1"/>
                      </a:solidFill>
                    </a:rPr>
                    <a:t>Carbonyls</a:t>
                  </a:r>
                </a:p>
              </p:txBody>
            </p:sp>
          </p:grpSp>
        </p:grpSp>
        <p:sp>
          <p:nvSpPr>
            <p:cNvPr id="4" name="Freeform: Shape 3">
              <a:extLst>
                <a:ext uri="{FF2B5EF4-FFF2-40B4-BE49-F238E27FC236}">
                  <a16:creationId xmlns:a16="http://schemas.microsoft.com/office/drawing/2014/main" id="{A64564D2-4E97-C329-82F3-E64EBBC399D0}"/>
                </a:ext>
              </a:extLst>
            </p:cNvPr>
            <p:cNvSpPr/>
            <p:nvPr/>
          </p:nvSpPr>
          <p:spPr>
            <a:xfrm>
              <a:off x="7968759" y="2608556"/>
              <a:ext cx="2327580" cy="511697"/>
            </a:xfrm>
            <a:custGeom>
              <a:avLst/>
              <a:gdLst>
                <a:gd name="connsiteX0" fmla="*/ 0 w 1176710"/>
                <a:gd name="connsiteY0" fmla="*/ 0 h 511697"/>
                <a:gd name="connsiteX1" fmla="*/ 1176710 w 1176710"/>
                <a:gd name="connsiteY1" fmla="*/ 0 h 511697"/>
                <a:gd name="connsiteX2" fmla="*/ 1176710 w 1176710"/>
                <a:gd name="connsiteY2" fmla="*/ 511697 h 511697"/>
                <a:gd name="connsiteX3" fmla="*/ 0 w 1176710"/>
                <a:gd name="connsiteY3" fmla="*/ 511697 h 511697"/>
                <a:gd name="connsiteX4" fmla="*/ 0 w 1176710"/>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710" h="511697">
                  <a:moveTo>
                    <a:pt x="0" y="0"/>
                  </a:moveTo>
                  <a:lnTo>
                    <a:pt x="1176710" y="0"/>
                  </a:lnTo>
                  <a:lnTo>
                    <a:pt x="1176710" y="511697"/>
                  </a:lnTo>
                  <a:lnTo>
                    <a:pt x="0" y="511697"/>
                  </a:lnTo>
                  <a:lnTo>
                    <a:pt x="0" y="0"/>
                  </a:lnTo>
                  <a:close/>
                </a:path>
              </a:pathLst>
            </a:custGeom>
            <a:solidFill>
              <a:schemeClr val="accent4">
                <a:lumMod val="50000"/>
              </a:schemeClr>
            </a:solidFill>
            <a:ln>
              <a:no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endParaRPr lang="en-US" sz="1400" dirty="0">
                <a:solidFill>
                  <a:schemeClr val="tx1"/>
                </a:solidFill>
              </a:endParaRPr>
            </a:p>
          </p:txBody>
        </p:sp>
        <p:sp>
          <p:nvSpPr>
            <p:cNvPr id="24" name="Rectangle 23">
              <a:extLst>
                <a:ext uri="{FF2B5EF4-FFF2-40B4-BE49-F238E27FC236}">
                  <a16:creationId xmlns:a16="http://schemas.microsoft.com/office/drawing/2014/main" id="{5487C7BF-53B9-69E5-94EB-FE7B3E0DEA69}"/>
                </a:ext>
              </a:extLst>
            </p:cNvPr>
            <p:cNvSpPr/>
            <p:nvPr/>
          </p:nvSpPr>
          <p:spPr>
            <a:xfrm>
              <a:off x="7971560" y="2035623"/>
              <a:ext cx="2327584" cy="576862"/>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tx1"/>
                </a:solidFill>
              </a:endParaRPr>
            </a:p>
          </p:txBody>
        </p:sp>
        <p:sp>
          <p:nvSpPr>
            <p:cNvPr id="134" name="Rectangle 133">
              <a:extLst>
                <a:ext uri="{FF2B5EF4-FFF2-40B4-BE49-F238E27FC236}">
                  <a16:creationId xmlns:a16="http://schemas.microsoft.com/office/drawing/2014/main" id="{2992F9F6-825C-4AAA-4858-31FF24C12A28}"/>
                </a:ext>
              </a:extLst>
            </p:cNvPr>
            <p:cNvSpPr/>
            <p:nvPr/>
          </p:nvSpPr>
          <p:spPr>
            <a:xfrm>
              <a:off x="5365486" y="957883"/>
              <a:ext cx="1295373" cy="329940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0" name="Arc 109">
              <a:extLst>
                <a:ext uri="{FF2B5EF4-FFF2-40B4-BE49-F238E27FC236}">
                  <a16:creationId xmlns:a16="http://schemas.microsoft.com/office/drawing/2014/main" id="{EB7C4B9A-4F98-9C4E-AB5A-74A3B5C9140A}"/>
                </a:ext>
              </a:extLst>
            </p:cNvPr>
            <p:cNvSpPr/>
            <p:nvPr/>
          </p:nvSpPr>
          <p:spPr>
            <a:xfrm flipV="1">
              <a:off x="4568507" y="1385461"/>
              <a:ext cx="3998679" cy="2742298"/>
            </a:xfrm>
            <a:prstGeom prst="arc">
              <a:avLst>
                <a:gd name="adj1" fmla="val 16364626"/>
                <a:gd name="adj2" fmla="val 21028024"/>
              </a:avLst>
            </a:prstGeom>
            <a:ln w="19050">
              <a:solidFill>
                <a:schemeClr val="tx1">
                  <a:lumMod val="50000"/>
                  <a:lumOff val="50000"/>
                </a:schemeClr>
              </a:solidFill>
              <a:prstDash val="dash"/>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tx1">
                    <a:lumMod val="50000"/>
                    <a:lumOff val="50000"/>
                  </a:schemeClr>
                </a:solidFill>
              </a:endParaRPr>
            </a:p>
          </p:txBody>
        </p:sp>
        <mc:AlternateContent xmlns:mc="http://schemas.openxmlformats.org/markup-compatibility/2006" xmlns:a14="http://schemas.microsoft.com/office/drawing/2010/main">
          <mc:Choice Requires="a14">
            <p:sp>
              <p:nvSpPr>
                <p:cNvPr id="13" name="Freeform: Shape 12">
                  <a:extLst>
                    <a:ext uri="{FF2B5EF4-FFF2-40B4-BE49-F238E27FC236}">
                      <a16:creationId xmlns:a16="http://schemas.microsoft.com/office/drawing/2014/main" id="{4920BCA3-45F5-7DD2-717E-0D0551AE0FAA}"/>
                    </a:ext>
                  </a:extLst>
                </p:cNvPr>
                <p:cNvSpPr/>
                <p:nvPr/>
              </p:nvSpPr>
              <p:spPr>
                <a:xfrm>
                  <a:off x="5418855" y="2355613"/>
                  <a:ext cx="1176710" cy="511697"/>
                </a:xfrm>
                <a:custGeom>
                  <a:avLst/>
                  <a:gdLst>
                    <a:gd name="connsiteX0" fmla="*/ 0 w 1176710"/>
                    <a:gd name="connsiteY0" fmla="*/ 0 h 511697"/>
                    <a:gd name="connsiteX1" fmla="*/ 1176710 w 1176710"/>
                    <a:gd name="connsiteY1" fmla="*/ 0 h 511697"/>
                    <a:gd name="connsiteX2" fmla="*/ 1176710 w 1176710"/>
                    <a:gd name="connsiteY2" fmla="*/ 511697 h 511697"/>
                    <a:gd name="connsiteX3" fmla="*/ 0 w 1176710"/>
                    <a:gd name="connsiteY3" fmla="*/ 511697 h 511697"/>
                    <a:gd name="connsiteX4" fmla="*/ 0 w 1176710"/>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710" h="511697">
                      <a:moveTo>
                        <a:pt x="0" y="0"/>
                      </a:moveTo>
                      <a:lnTo>
                        <a:pt x="1176710" y="0"/>
                      </a:lnTo>
                      <a:lnTo>
                        <a:pt x="1176710" y="511697"/>
                      </a:lnTo>
                      <a:lnTo>
                        <a:pt x="0" y="511697"/>
                      </a:lnTo>
                      <a:lnTo>
                        <a:pt x="0" y="0"/>
                      </a:lnTo>
                      <a:close/>
                    </a:path>
                  </a:pathLst>
                </a:custGeom>
                <a:solidFill>
                  <a:srgbClr val="999999"/>
                </a:solidFill>
                <a:ln>
                  <a:no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r>
                    <a:rPr lang="en-US" sz="1400" dirty="0">
                      <a:solidFill>
                        <a:schemeClr val="tx1"/>
                      </a:solidFill>
                    </a:rPr>
                    <a:t>Lignin (</a:t>
                  </a:r>
                  <a14:m>
                    <m:oMath xmlns:m="http://schemas.openxmlformats.org/officeDocument/2006/math">
                      <m:sSub>
                        <m:sSubPr>
                          <m:ctrlPr>
                            <a:rPr lang="en-US" sz="1400" b="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𝐿</m:t>
                          </m:r>
                        </m:e>
                        <m:sub>
                          <m:r>
                            <a:rPr lang="en-US" sz="1400" b="0" i="1" dirty="0" smtClean="0">
                              <a:solidFill>
                                <a:schemeClr val="tx1"/>
                              </a:solidFill>
                              <a:latin typeface="Cambria Math" panose="02040503050406030204" pitchFamily="18" charset="0"/>
                            </a:rPr>
                            <m:t>𝑔</m:t>
                          </m:r>
                        </m:sub>
                      </m:sSub>
                    </m:oMath>
                  </a14:m>
                  <a:r>
                    <a:rPr lang="en-US" sz="1400" dirty="0">
                      <a:solidFill>
                        <a:schemeClr val="tx1"/>
                      </a:solidFill>
                    </a:rPr>
                    <a:t>)</a:t>
                  </a:r>
                </a:p>
              </p:txBody>
            </p:sp>
          </mc:Choice>
          <mc:Fallback xmlns="">
            <p:sp>
              <p:nvSpPr>
                <p:cNvPr id="13" name="Freeform: Shape 12">
                  <a:extLst>
                    <a:ext uri="{FF2B5EF4-FFF2-40B4-BE49-F238E27FC236}">
                      <a16:creationId xmlns:a16="http://schemas.microsoft.com/office/drawing/2014/main" id="{4920BCA3-45F5-7DD2-717E-0D0551AE0FAA}"/>
                    </a:ext>
                  </a:extLst>
                </p:cNvPr>
                <p:cNvSpPr>
                  <a:spLocks noRot="1" noChangeAspect="1" noMove="1" noResize="1" noEditPoints="1" noAdjustHandles="1" noChangeArrowheads="1" noChangeShapeType="1" noTextEdit="1"/>
                </p:cNvSpPr>
                <p:nvPr/>
              </p:nvSpPr>
              <p:spPr>
                <a:xfrm>
                  <a:off x="5418855" y="2355613"/>
                  <a:ext cx="1176710" cy="511697"/>
                </a:xfrm>
                <a:custGeom>
                  <a:avLst/>
                  <a:gdLst>
                    <a:gd name="connsiteX0" fmla="*/ 0 w 1176710"/>
                    <a:gd name="connsiteY0" fmla="*/ 0 h 511697"/>
                    <a:gd name="connsiteX1" fmla="*/ 1176710 w 1176710"/>
                    <a:gd name="connsiteY1" fmla="*/ 0 h 511697"/>
                    <a:gd name="connsiteX2" fmla="*/ 1176710 w 1176710"/>
                    <a:gd name="connsiteY2" fmla="*/ 511697 h 511697"/>
                    <a:gd name="connsiteX3" fmla="*/ 0 w 1176710"/>
                    <a:gd name="connsiteY3" fmla="*/ 511697 h 511697"/>
                    <a:gd name="connsiteX4" fmla="*/ 0 w 1176710"/>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710" h="511697">
                      <a:moveTo>
                        <a:pt x="0" y="0"/>
                      </a:moveTo>
                      <a:lnTo>
                        <a:pt x="1176710" y="0"/>
                      </a:lnTo>
                      <a:lnTo>
                        <a:pt x="1176710" y="511697"/>
                      </a:lnTo>
                      <a:lnTo>
                        <a:pt x="0" y="511697"/>
                      </a:lnTo>
                      <a:lnTo>
                        <a:pt x="0" y="0"/>
                      </a:lnTo>
                      <a:close/>
                    </a:path>
                  </a:pathLst>
                </a:custGeom>
                <a:blipFill>
                  <a:blip r:embed="rId40"/>
                  <a:stretch>
                    <a:fillRect/>
                  </a:stretch>
                </a:blipFill>
                <a:ln>
                  <a:noFill/>
                </a:ln>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C48803AA-3D84-65DA-CC8E-0AC44802E3D5}"/>
                </a:ext>
              </a:extLst>
            </p:cNvPr>
            <p:cNvCxnSpPr>
              <a:cxnSpLocks/>
            </p:cNvCxnSpPr>
            <p:nvPr/>
          </p:nvCxnSpPr>
          <p:spPr>
            <a:xfrm flipH="1">
              <a:off x="6618925" y="2537890"/>
              <a:ext cx="1371600" cy="3948"/>
            </a:xfrm>
            <a:prstGeom prst="straightConnector1">
              <a:avLst/>
            </a:prstGeom>
            <a:ln w="19050">
              <a:solidFill>
                <a:schemeClr val="tx1">
                  <a:lumMod val="50000"/>
                  <a:lumOff val="50000"/>
                </a:schemeClr>
              </a:solidFill>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Freeform: Shape 9">
                  <a:extLst>
                    <a:ext uri="{FF2B5EF4-FFF2-40B4-BE49-F238E27FC236}">
                      <a16:creationId xmlns:a16="http://schemas.microsoft.com/office/drawing/2014/main" id="{9AE0C6B1-4F99-553B-2BCB-BCBBCC016B1A}"/>
                    </a:ext>
                  </a:extLst>
                </p:cNvPr>
                <p:cNvSpPr/>
                <p:nvPr/>
              </p:nvSpPr>
              <p:spPr>
                <a:xfrm>
                  <a:off x="5418855" y="1010293"/>
                  <a:ext cx="1187858" cy="511697"/>
                </a:xfrm>
                <a:custGeom>
                  <a:avLst/>
                  <a:gdLst>
                    <a:gd name="connsiteX0" fmla="*/ 0 w 1187858"/>
                    <a:gd name="connsiteY0" fmla="*/ 0 h 511697"/>
                    <a:gd name="connsiteX1" fmla="*/ 1187858 w 1187858"/>
                    <a:gd name="connsiteY1" fmla="*/ 0 h 511697"/>
                    <a:gd name="connsiteX2" fmla="*/ 1187858 w 1187858"/>
                    <a:gd name="connsiteY2" fmla="*/ 511697 h 511697"/>
                    <a:gd name="connsiteX3" fmla="*/ 0 w 1187858"/>
                    <a:gd name="connsiteY3" fmla="*/ 511697 h 511697"/>
                    <a:gd name="connsiteX4" fmla="*/ 0 w 1187858"/>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7858" h="511697">
                      <a:moveTo>
                        <a:pt x="0" y="0"/>
                      </a:moveTo>
                      <a:lnTo>
                        <a:pt x="1187858" y="0"/>
                      </a:lnTo>
                      <a:lnTo>
                        <a:pt x="1187858" y="511697"/>
                      </a:lnTo>
                      <a:lnTo>
                        <a:pt x="0" y="511697"/>
                      </a:lnTo>
                      <a:lnTo>
                        <a:pt x="0" y="0"/>
                      </a:lnTo>
                      <a:close/>
                    </a:path>
                  </a:pathLst>
                </a:custGeom>
                <a:solidFill>
                  <a:srgbClr val="E97766"/>
                </a:solidFill>
                <a:ln>
                  <a:no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r>
                    <a:rPr lang="en-US" sz="1400" dirty="0">
                      <a:solidFill>
                        <a:schemeClr val="tx1"/>
                      </a:solidFill>
                    </a:rPr>
                    <a:t>Carbohydrate (</a:t>
                  </a:r>
                  <a14:m>
                    <m:oMath xmlns:m="http://schemas.openxmlformats.org/officeDocument/2006/math">
                      <m:sSub>
                        <m:sSubPr>
                          <m:ctrlPr>
                            <a:rPr lang="en-US" sz="1400" b="0" i="1" dirty="0" smtClean="0">
                              <a:solidFill>
                                <a:schemeClr val="tx1"/>
                              </a:solidFill>
                              <a:latin typeface="Cambria Math" panose="02040503050406030204" pitchFamily="18" charset="0"/>
                            </a:rPr>
                          </m:ctrlPr>
                        </m:sSubPr>
                        <m:e>
                          <m:r>
                            <a:rPr lang="en-US" sz="1400" i="1" dirty="0">
                              <a:solidFill>
                                <a:schemeClr val="tx1"/>
                              </a:solidFill>
                              <a:latin typeface="Cambria Math" panose="02040503050406030204" pitchFamily="18" charset="0"/>
                            </a:rPr>
                            <m:t>𝐶</m:t>
                          </m:r>
                        </m:e>
                        <m:sub>
                          <m:r>
                            <a:rPr lang="en-US" sz="1400" b="0" i="1" dirty="0" smtClean="0">
                              <a:solidFill>
                                <a:schemeClr val="tx1"/>
                              </a:solidFill>
                              <a:latin typeface="Cambria Math" panose="02040503050406030204" pitchFamily="18" charset="0"/>
                            </a:rPr>
                            <m:t>h</m:t>
                          </m:r>
                        </m:sub>
                      </m:sSub>
                    </m:oMath>
                  </a14:m>
                  <a:r>
                    <a:rPr lang="en-US" sz="1400" dirty="0">
                      <a:solidFill>
                        <a:schemeClr val="tx1"/>
                      </a:solidFill>
                    </a:rPr>
                    <a:t>)</a:t>
                  </a:r>
                </a:p>
              </p:txBody>
            </p:sp>
          </mc:Choice>
          <mc:Fallback xmlns="">
            <p:sp>
              <p:nvSpPr>
                <p:cNvPr id="10" name="Freeform: Shape 9">
                  <a:extLst>
                    <a:ext uri="{FF2B5EF4-FFF2-40B4-BE49-F238E27FC236}">
                      <a16:creationId xmlns:a16="http://schemas.microsoft.com/office/drawing/2014/main" id="{9AE0C6B1-4F99-553B-2BCB-BCBBCC016B1A}"/>
                    </a:ext>
                  </a:extLst>
                </p:cNvPr>
                <p:cNvSpPr>
                  <a:spLocks noRot="1" noChangeAspect="1" noMove="1" noResize="1" noEditPoints="1" noAdjustHandles="1" noChangeArrowheads="1" noChangeShapeType="1" noTextEdit="1"/>
                </p:cNvSpPr>
                <p:nvPr/>
              </p:nvSpPr>
              <p:spPr>
                <a:xfrm>
                  <a:off x="5418855" y="1010293"/>
                  <a:ext cx="1187858" cy="511697"/>
                </a:xfrm>
                <a:custGeom>
                  <a:avLst/>
                  <a:gdLst>
                    <a:gd name="connsiteX0" fmla="*/ 0 w 1187858"/>
                    <a:gd name="connsiteY0" fmla="*/ 0 h 511697"/>
                    <a:gd name="connsiteX1" fmla="*/ 1187858 w 1187858"/>
                    <a:gd name="connsiteY1" fmla="*/ 0 h 511697"/>
                    <a:gd name="connsiteX2" fmla="*/ 1187858 w 1187858"/>
                    <a:gd name="connsiteY2" fmla="*/ 511697 h 511697"/>
                    <a:gd name="connsiteX3" fmla="*/ 0 w 1187858"/>
                    <a:gd name="connsiteY3" fmla="*/ 511697 h 511697"/>
                    <a:gd name="connsiteX4" fmla="*/ 0 w 1187858"/>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7858" h="511697">
                      <a:moveTo>
                        <a:pt x="0" y="0"/>
                      </a:moveTo>
                      <a:lnTo>
                        <a:pt x="1187858" y="0"/>
                      </a:lnTo>
                      <a:lnTo>
                        <a:pt x="1187858" y="511697"/>
                      </a:lnTo>
                      <a:lnTo>
                        <a:pt x="0" y="511697"/>
                      </a:lnTo>
                      <a:lnTo>
                        <a:pt x="0" y="0"/>
                      </a:lnTo>
                      <a:close/>
                    </a:path>
                  </a:pathLst>
                </a:custGeom>
                <a:blipFill>
                  <a:blip r:embed="rId41"/>
                  <a:stretch>
                    <a:fillRect t="-2381" r="-4615" b="-833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Freeform: Shape 11">
                  <a:extLst>
                    <a:ext uri="{FF2B5EF4-FFF2-40B4-BE49-F238E27FC236}">
                      <a16:creationId xmlns:a16="http://schemas.microsoft.com/office/drawing/2014/main" id="{A29D56C6-3A0B-A378-00D7-5B6C426C4C5B}"/>
                    </a:ext>
                  </a:extLst>
                </p:cNvPr>
                <p:cNvSpPr/>
                <p:nvPr/>
              </p:nvSpPr>
              <p:spPr>
                <a:xfrm>
                  <a:off x="5418855" y="1682953"/>
                  <a:ext cx="1176710" cy="511697"/>
                </a:xfrm>
                <a:custGeom>
                  <a:avLst/>
                  <a:gdLst>
                    <a:gd name="connsiteX0" fmla="*/ 0 w 1176710"/>
                    <a:gd name="connsiteY0" fmla="*/ 0 h 511697"/>
                    <a:gd name="connsiteX1" fmla="*/ 1176710 w 1176710"/>
                    <a:gd name="connsiteY1" fmla="*/ 0 h 511697"/>
                    <a:gd name="connsiteX2" fmla="*/ 1176710 w 1176710"/>
                    <a:gd name="connsiteY2" fmla="*/ 511697 h 511697"/>
                    <a:gd name="connsiteX3" fmla="*/ 0 w 1176710"/>
                    <a:gd name="connsiteY3" fmla="*/ 511697 h 511697"/>
                    <a:gd name="connsiteX4" fmla="*/ 0 w 1176710"/>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710" h="511697">
                      <a:moveTo>
                        <a:pt x="0" y="0"/>
                      </a:moveTo>
                      <a:lnTo>
                        <a:pt x="1176710" y="0"/>
                      </a:lnTo>
                      <a:lnTo>
                        <a:pt x="1176710" y="511697"/>
                      </a:lnTo>
                      <a:lnTo>
                        <a:pt x="0" y="511697"/>
                      </a:lnTo>
                      <a:lnTo>
                        <a:pt x="0" y="0"/>
                      </a:lnTo>
                      <a:close/>
                    </a:path>
                  </a:pathLst>
                </a:custGeom>
                <a:solidFill>
                  <a:srgbClr val="67A7CD"/>
                </a:solidFill>
                <a:ln>
                  <a:noFill/>
                </a:ln>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r>
                    <a:rPr lang="en-US" sz="1400" dirty="0">
                      <a:solidFill>
                        <a:schemeClr val="tx1"/>
                      </a:solidFill>
                    </a:rPr>
                    <a:t>Protein (</a:t>
                  </a:r>
                  <a14:m>
                    <m:oMath xmlns:m="http://schemas.openxmlformats.org/officeDocument/2006/math">
                      <m:r>
                        <a:rPr lang="en-US" sz="1400" i="1" dirty="0">
                          <a:solidFill>
                            <a:schemeClr val="tx1"/>
                          </a:solidFill>
                          <a:latin typeface="Cambria Math" panose="02040503050406030204" pitchFamily="18" charset="0"/>
                        </a:rPr>
                        <m:t>𝑃</m:t>
                      </m:r>
                    </m:oMath>
                  </a14:m>
                  <a:r>
                    <a:rPr lang="en-US" sz="1400" dirty="0">
                      <a:solidFill>
                        <a:schemeClr val="tx1"/>
                      </a:solidFill>
                    </a:rPr>
                    <a:t>)</a:t>
                  </a:r>
                </a:p>
              </p:txBody>
            </p:sp>
          </mc:Choice>
          <mc:Fallback xmlns="">
            <p:sp>
              <p:nvSpPr>
                <p:cNvPr id="12" name="Freeform: Shape 11">
                  <a:extLst>
                    <a:ext uri="{FF2B5EF4-FFF2-40B4-BE49-F238E27FC236}">
                      <a16:creationId xmlns:a16="http://schemas.microsoft.com/office/drawing/2014/main" id="{A29D56C6-3A0B-A378-00D7-5B6C426C4C5B}"/>
                    </a:ext>
                  </a:extLst>
                </p:cNvPr>
                <p:cNvSpPr>
                  <a:spLocks noRot="1" noChangeAspect="1" noMove="1" noResize="1" noEditPoints="1" noAdjustHandles="1" noChangeArrowheads="1" noChangeShapeType="1" noTextEdit="1"/>
                </p:cNvSpPr>
                <p:nvPr/>
              </p:nvSpPr>
              <p:spPr>
                <a:xfrm>
                  <a:off x="5418855" y="1682953"/>
                  <a:ext cx="1176710" cy="511697"/>
                </a:xfrm>
                <a:custGeom>
                  <a:avLst/>
                  <a:gdLst>
                    <a:gd name="connsiteX0" fmla="*/ 0 w 1176710"/>
                    <a:gd name="connsiteY0" fmla="*/ 0 h 511697"/>
                    <a:gd name="connsiteX1" fmla="*/ 1176710 w 1176710"/>
                    <a:gd name="connsiteY1" fmla="*/ 0 h 511697"/>
                    <a:gd name="connsiteX2" fmla="*/ 1176710 w 1176710"/>
                    <a:gd name="connsiteY2" fmla="*/ 511697 h 511697"/>
                    <a:gd name="connsiteX3" fmla="*/ 0 w 1176710"/>
                    <a:gd name="connsiteY3" fmla="*/ 511697 h 511697"/>
                    <a:gd name="connsiteX4" fmla="*/ 0 w 1176710"/>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710" h="511697">
                      <a:moveTo>
                        <a:pt x="0" y="0"/>
                      </a:moveTo>
                      <a:lnTo>
                        <a:pt x="1176710" y="0"/>
                      </a:lnTo>
                      <a:lnTo>
                        <a:pt x="1176710" y="511697"/>
                      </a:lnTo>
                      <a:lnTo>
                        <a:pt x="0" y="511697"/>
                      </a:lnTo>
                      <a:lnTo>
                        <a:pt x="0" y="0"/>
                      </a:lnTo>
                      <a:close/>
                    </a:path>
                  </a:pathLst>
                </a:custGeom>
                <a:blipFill>
                  <a:blip r:embed="rId42"/>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Freeform: Shape 13">
                  <a:extLst>
                    <a:ext uri="{FF2B5EF4-FFF2-40B4-BE49-F238E27FC236}">
                      <a16:creationId xmlns:a16="http://schemas.microsoft.com/office/drawing/2014/main" id="{DEF71D2B-FB5B-5519-A9CA-771CAB5B14DE}"/>
                    </a:ext>
                  </a:extLst>
                </p:cNvPr>
                <p:cNvSpPr/>
                <p:nvPr/>
              </p:nvSpPr>
              <p:spPr>
                <a:xfrm>
                  <a:off x="5418855" y="3028273"/>
                  <a:ext cx="1176710" cy="511697"/>
                </a:xfrm>
                <a:custGeom>
                  <a:avLst/>
                  <a:gdLst>
                    <a:gd name="connsiteX0" fmla="*/ 0 w 1176710"/>
                    <a:gd name="connsiteY0" fmla="*/ 0 h 511697"/>
                    <a:gd name="connsiteX1" fmla="*/ 1176710 w 1176710"/>
                    <a:gd name="connsiteY1" fmla="*/ 0 h 511697"/>
                    <a:gd name="connsiteX2" fmla="*/ 1176710 w 1176710"/>
                    <a:gd name="connsiteY2" fmla="*/ 511697 h 511697"/>
                    <a:gd name="connsiteX3" fmla="*/ 0 w 1176710"/>
                    <a:gd name="connsiteY3" fmla="*/ 511697 h 511697"/>
                    <a:gd name="connsiteX4" fmla="*/ 0 w 1176710"/>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710" h="511697">
                      <a:moveTo>
                        <a:pt x="0" y="0"/>
                      </a:moveTo>
                      <a:lnTo>
                        <a:pt x="1176710" y="0"/>
                      </a:lnTo>
                      <a:lnTo>
                        <a:pt x="1176710" y="511697"/>
                      </a:lnTo>
                      <a:lnTo>
                        <a:pt x="0" y="511697"/>
                      </a:lnTo>
                      <a:lnTo>
                        <a:pt x="0" y="0"/>
                      </a:lnTo>
                      <a:close/>
                    </a:path>
                  </a:pathLst>
                </a:custGeom>
                <a:solidFill>
                  <a:srgbClr val="B2AADF"/>
                </a:solidFill>
                <a:ln>
                  <a:noFill/>
                </a:ln>
              </p:spPr>
              <p:style>
                <a:lnRef idx="2">
                  <a:schemeClr val="lt1">
                    <a:hueOff val="0"/>
                    <a:satOff val="0"/>
                    <a:lumOff val="0"/>
                    <a:alphaOff val="0"/>
                  </a:schemeClr>
                </a:lnRef>
                <a:fillRef idx="1">
                  <a:scrgbClr r="0" g="0" b="0"/>
                </a:fillRef>
                <a:effectRef idx="0">
                  <a:schemeClr val="accent5">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r>
                    <a:rPr lang="en-US" sz="1400" dirty="0">
                      <a:solidFill>
                        <a:schemeClr val="tx1"/>
                      </a:solidFill>
                    </a:rPr>
                    <a:t>Lipid (</a:t>
                  </a:r>
                  <a14:m>
                    <m:oMath xmlns:m="http://schemas.openxmlformats.org/officeDocument/2006/math">
                      <m:sSub>
                        <m:sSubPr>
                          <m:ctrlPr>
                            <a:rPr lang="en-US" sz="1400" b="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𝐿</m:t>
                          </m:r>
                        </m:e>
                        <m:sub>
                          <m:r>
                            <a:rPr lang="en-US" sz="1400" b="0" i="1" dirty="0" smtClean="0">
                              <a:solidFill>
                                <a:schemeClr val="tx1"/>
                              </a:solidFill>
                              <a:latin typeface="Cambria Math" panose="02040503050406030204" pitchFamily="18" charset="0"/>
                            </a:rPr>
                            <m:t>𝑝</m:t>
                          </m:r>
                        </m:sub>
                      </m:sSub>
                    </m:oMath>
                  </a14:m>
                  <a:r>
                    <a:rPr lang="en-US" sz="1400" dirty="0">
                      <a:solidFill>
                        <a:schemeClr val="tx1"/>
                      </a:solidFill>
                    </a:rPr>
                    <a:t>)</a:t>
                  </a:r>
                </a:p>
              </p:txBody>
            </p:sp>
          </mc:Choice>
          <mc:Fallback xmlns="">
            <p:sp>
              <p:nvSpPr>
                <p:cNvPr id="14" name="Freeform: Shape 13">
                  <a:extLst>
                    <a:ext uri="{FF2B5EF4-FFF2-40B4-BE49-F238E27FC236}">
                      <a16:creationId xmlns:a16="http://schemas.microsoft.com/office/drawing/2014/main" id="{DEF71D2B-FB5B-5519-A9CA-771CAB5B14DE}"/>
                    </a:ext>
                  </a:extLst>
                </p:cNvPr>
                <p:cNvSpPr>
                  <a:spLocks noRot="1" noChangeAspect="1" noMove="1" noResize="1" noEditPoints="1" noAdjustHandles="1" noChangeArrowheads="1" noChangeShapeType="1" noTextEdit="1"/>
                </p:cNvSpPr>
                <p:nvPr/>
              </p:nvSpPr>
              <p:spPr>
                <a:xfrm>
                  <a:off x="5418855" y="3028273"/>
                  <a:ext cx="1176710" cy="511697"/>
                </a:xfrm>
                <a:custGeom>
                  <a:avLst/>
                  <a:gdLst>
                    <a:gd name="connsiteX0" fmla="*/ 0 w 1176710"/>
                    <a:gd name="connsiteY0" fmla="*/ 0 h 511697"/>
                    <a:gd name="connsiteX1" fmla="*/ 1176710 w 1176710"/>
                    <a:gd name="connsiteY1" fmla="*/ 0 h 511697"/>
                    <a:gd name="connsiteX2" fmla="*/ 1176710 w 1176710"/>
                    <a:gd name="connsiteY2" fmla="*/ 511697 h 511697"/>
                    <a:gd name="connsiteX3" fmla="*/ 0 w 1176710"/>
                    <a:gd name="connsiteY3" fmla="*/ 511697 h 511697"/>
                    <a:gd name="connsiteX4" fmla="*/ 0 w 1176710"/>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710" h="511697">
                      <a:moveTo>
                        <a:pt x="0" y="0"/>
                      </a:moveTo>
                      <a:lnTo>
                        <a:pt x="1176710" y="0"/>
                      </a:lnTo>
                      <a:lnTo>
                        <a:pt x="1176710" y="511697"/>
                      </a:lnTo>
                      <a:lnTo>
                        <a:pt x="0" y="511697"/>
                      </a:lnTo>
                      <a:lnTo>
                        <a:pt x="0" y="0"/>
                      </a:lnTo>
                      <a:close/>
                    </a:path>
                  </a:pathLst>
                </a:custGeom>
                <a:blipFill>
                  <a:blip r:embed="rId43"/>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Freeform: Shape 14">
                  <a:extLst>
                    <a:ext uri="{FF2B5EF4-FFF2-40B4-BE49-F238E27FC236}">
                      <a16:creationId xmlns:a16="http://schemas.microsoft.com/office/drawing/2014/main" id="{54B244D2-436D-AF87-20D9-D57563E9D1F9}"/>
                    </a:ext>
                  </a:extLst>
                </p:cNvPr>
                <p:cNvSpPr/>
                <p:nvPr/>
              </p:nvSpPr>
              <p:spPr>
                <a:xfrm>
                  <a:off x="5418855" y="3700932"/>
                  <a:ext cx="1187855" cy="511697"/>
                </a:xfrm>
                <a:custGeom>
                  <a:avLst/>
                  <a:gdLst>
                    <a:gd name="connsiteX0" fmla="*/ 0 w 1187855"/>
                    <a:gd name="connsiteY0" fmla="*/ 0 h 511697"/>
                    <a:gd name="connsiteX1" fmla="*/ 1187855 w 1187855"/>
                    <a:gd name="connsiteY1" fmla="*/ 0 h 511697"/>
                    <a:gd name="connsiteX2" fmla="*/ 1187855 w 1187855"/>
                    <a:gd name="connsiteY2" fmla="*/ 511697 h 511697"/>
                    <a:gd name="connsiteX3" fmla="*/ 0 w 1187855"/>
                    <a:gd name="connsiteY3" fmla="*/ 511697 h 511697"/>
                    <a:gd name="connsiteX4" fmla="*/ 0 w 1187855"/>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7855" h="511697">
                      <a:moveTo>
                        <a:pt x="0" y="0"/>
                      </a:moveTo>
                      <a:lnTo>
                        <a:pt x="1187855" y="0"/>
                      </a:lnTo>
                      <a:lnTo>
                        <a:pt x="1187855" y="511697"/>
                      </a:lnTo>
                      <a:lnTo>
                        <a:pt x="0" y="511697"/>
                      </a:lnTo>
                      <a:lnTo>
                        <a:pt x="0" y="0"/>
                      </a:lnTo>
                      <a:close/>
                    </a:path>
                  </a:pathLst>
                </a:custGeom>
                <a:solidFill>
                  <a:srgbClr val="FCD086"/>
                </a:solidFill>
                <a:ln>
                  <a:noFill/>
                </a:ln>
              </p:spPr>
              <p:style>
                <a:lnRef idx="2">
                  <a:schemeClr val="lt1">
                    <a:hueOff val="0"/>
                    <a:satOff val="0"/>
                    <a:lumOff val="0"/>
                    <a:alphaOff val="0"/>
                  </a:schemeClr>
                </a:lnRef>
                <a:fillRef idx="1">
                  <a:scrgbClr r="0" g="0" b="0"/>
                </a:fillRef>
                <a:effectRef idx="0">
                  <a:schemeClr val="accent6">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r>
                    <a:rPr lang="en-US" sz="1400" dirty="0">
                      <a:solidFill>
                        <a:schemeClr val="tx1"/>
                      </a:solidFill>
                    </a:rPr>
                    <a:t>Carbonyl (</a:t>
                  </a:r>
                  <a14:m>
                    <m:oMath xmlns:m="http://schemas.openxmlformats.org/officeDocument/2006/math">
                      <m:sSub>
                        <m:sSubPr>
                          <m:ctrlPr>
                            <a:rPr lang="en-US" sz="1400" b="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𝐶</m:t>
                          </m:r>
                        </m:e>
                        <m:sub>
                          <m:r>
                            <a:rPr lang="en-US" sz="1400" b="0" i="1" dirty="0" smtClean="0">
                              <a:solidFill>
                                <a:schemeClr val="tx1"/>
                              </a:solidFill>
                              <a:latin typeface="Cambria Math" panose="02040503050406030204" pitchFamily="18" charset="0"/>
                            </a:rPr>
                            <m:t>𝑛</m:t>
                          </m:r>
                        </m:sub>
                      </m:sSub>
                    </m:oMath>
                  </a14:m>
                  <a:r>
                    <a:rPr lang="en-US" sz="1400" dirty="0">
                      <a:solidFill>
                        <a:schemeClr val="tx1"/>
                      </a:solidFill>
                    </a:rPr>
                    <a:t>)</a:t>
                  </a:r>
                </a:p>
              </p:txBody>
            </p:sp>
          </mc:Choice>
          <mc:Fallback xmlns="">
            <p:sp>
              <p:nvSpPr>
                <p:cNvPr id="15" name="Freeform: Shape 14">
                  <a:extLst>
                    <a:ext uri="{FF2B5EF4-FFF2-40B4-BE49-F238E27FC236}">
                      <a16:creationId xmlns:a16="http://schemas.microsoft.com/office/drawing/2014/main" id="{54B244D2-436D-AF87-20D9-D57563E9D1F9}"/>
                    </a:ext>
                  </a:extLst>
                </p:cNvPr>
                <p:cNvSpPr>
                  <a:spLocks noRot="1" noChangeAspect="1" noMove="1" noResize="1" noEditPoints="1" noAdjustHandles="1" noChangeArrowheads="1" noChangeShapeType="1" noTextEdit="1"/>
                </p:cNvSpPr>
                <p:nvPr/>
              </p:nvSpPr>
              <p:spPr>
                <a:xfrm>
                  <a:off x="5418855" y="3700932"/>
                  <a:ext cx="1187855" cy="511697"/>
                </a:xfrm>
                <a:custGeom>
                  <a:avLst/>
                  <a:gdLst>
                    <a:gd name="connsiteX0" fmla="*/ 0 w 1187855"/>
                    <a:gd name="connsiteY0" fmla="*/ 0 h 511697"/>
                    <a:gd name="connsiteX1" fmla="*/ 1187855 w 1187855"/>
                    <a:gd name="connsiteY1" fmla="*/ 0 h 511697"/>
                    <a:gd name="connsiteX2" fmla="*/ 1187855 w 1187855"/>
                    <a:gd name="connsiteY2" fmla="*/ 511697 h 511697"/>
                    <a:gd name="connsiteX3" fmla="*/ 0 w 1187855"/>
                    <a:gd name="connsiteY3" fmla="*/ 511697 h 511697"/>
                    <a:gd name="connsiteX4" fmla="*/ 0 w 1187855"/>
                    <a:gd name="connsiteY4" fmla="*/ 0 h 51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7855" h="511697">
                      <a:moveTo>
                        <a:pt x="0" y="0"/>
                      </a:moveTo>
                      <a:lnTo>
                        <a:pt x="1187855" y="0"/>
                      </a:lnTo>
                      <a:lnTo>
                        <a:pt x="1187855" y="511697"/>
                      </a:lnTo>
                      <a:lnTo>
                        <a:pt x="0" y="511697"/>
                      </a:lnTo>
                      <a:lnTo>
                        <a:pt x="0" y="0"/>
                      </a:lnTo>
                      <a:close/>
                    </a:path>
                  </a:pathLst>
                </a:custGeom>
                <a:blipFill>
                  <a:blip r:embed="rId44"/>
                  <a:stretch>
                    <a:fillRect l="-513" r="-51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CB589AF-40F6-C192-C0F9-E65B91BF49E5}"/>
                    </a:ext>
                  </a:extLst>
                </p:cNvPr>
                <p:cNvSpPr txBox="1"/>
                <p:nvPr/>
              </p:nvSpPr>
              <p:spPr>
                <a:xfrm>
                  <a:off x="8307896" y="973863"/>
                  <a:ext cx="1652870" cy="3028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dirty="0">
                            <a:latin typeface="Cambria Math" panose="02040503050406030204" pitchFamily="18" charset="0"/>
                          </a:rPr>
                          <m:t>𝑅</m:t>
                        </m:r>
                        <m:r>
                          <a:rPr lang="en-US" sz="1400" i="1" dirty="0">
                            <a:latin typeface="Cambria Math" panose="02040503050406030204" pitchFamily="18" charset="0"/>
                          </a:rPr>
                          <m:t>=</m:t>
                        </m:r>
                        <m:d>
                          <m:dPr>
                            <m:ctrlPr>
                              <a:rPr lang="en-US" sz="1400" i="1" dirty="0">
                                <a:latin typeface="Cambria Math" panose="02040503050406030204" pitchFamily="18" charset="0"/>
                              </a:rPr>
                            </m:ctrlPr>
                          </m:dPr>
                          <m:e>
                            <m:r>
                              <a:rPr lang="en-US" sz="1400" i="1" dirty="0">
                                <a:latin typeface="Cambria Math" panose="02040503050406030204" pitchFamily="18" charset="0"/>
                              </a:rPr>
                              <m:t>1−</m:t>
                            </m:r>
                            <m:r>
                              <a:rPr lang="en-US" sz="1400" i="1" dirty="0">
                                <a:latin typeface="Cambria Math" panose="02040503050406030204" pitchFamily="18" charset="0"/>
                              </a:rPr>
                              <m:t>𝐶𝑈𝐸</m:t>
                            </m:r>
                          </m:e>
                        </m:d>
                        <m:r>
                          <a:rPr lang="en-US" sz="1400" i="1" dirty="0">
                            <a:latin typeface="Cambria Math" panose="02040503050406030204" pitchFamily="18" charset="0"/>
                          </a:rPr>
                          <m:t>∑</m:t>
                        </m:r>
                        <m:sSub>
                          <m:sSubPr>
                            <m:ctrlPr>
                              <a:rPr lang="en-US" sz="1400" i="1" dirty="0">
                                <a:latin typeface="Cambria Math" panose="02040503050406030204" pitchFamily="18" charset="0"/>
                              </a:rPr>
                            </m:ctrlPr>
                          </m:sSubPr>
                          <m:e>
                            <m:r>
                              <a:rPr lang="en-US" sz="1400" i="1" dirty="0">
                                <a:latin typeface="Cambria Math" panose="02040503050406030204" pitchFamily="18" charset="0"/>
                              </a:rPr>
                              <m:t>𝑈</m:t>
                            </m:r>
                          </m:e>
                          <m:sub>
                            <m:r>
                              <a:rPr lang="en-US" sz="1400" i="1" dirty="0">
                                <a:latin typeface="Cambria Math" panose="02040503050406030204" pitchFamily="18" charset="0"/>
                              </a:rPr>
                              <m:t>𝑖</m:t>
                            </m:r>
                          </m:sub>
                        </m:sSub>
                      </m:oMath>
                    </m:oMathPara>
                  </a14:m>
                  <a:endParaRPr lang="en-US" sz="1400" baseline="-25000" dirty="0"/>
                </a:p>
              </p:txBody>
            </p:sp>
          </mc:Choice>
          <mc:Fallback xmlns="">
            <p:sp>
              <p:nvSpPr>
                <p:cNvPr id="18" name="TextBox 17">
                  <a:extLst>
                    <a:ext uri="{FF2B5EF4-FFF2-40B4-BE49-F238E27FC236}">
                      <a16:creationId xmlns:a16="http://schemas.microsoft.com/office/drawing/2014/main" id="{8CB589AF-40F6-C192-C0F9-E65B91BF49E5}"/>
                    </a:ext>
                  </a:extLst>
                </p:cNvPr>
                <p:cNvSpPr txBox="1">
                  <a:spLocks noRot="1" noChangeAspect="1" noMove="1" noResize="1" noEditPoints="1" noAdjustHandles="1" noChangeArrowheads="1" noChangeShapeType="1" noTextEdit="1"/>
                </p:cNvSpPr>
                <p:nvPr/>
              </p:nvSpPr>
              <p:spPr>
                <a:xfrm>
                  <a:off x="8307896" y="973863"/>
                  <a:ext cx="1652870" cy="302840"/>
                </a:xfrm>
                <a:prstGeom prst="rect">
                  <a:avLst/>
                </a:prstGeom>
                <a:blipFill>
                  <a:blip r:embed="rId45"/>
                  <a:stretch>
                    <a:fillRect b="-12245"/>
                  </a:stretch>
                </a:blipFill>
              </p:spPr>
              <p:txBody>
                <a:bodyPr/>
                <a:lstStyle/>
                <a:p>
                  <a:r>
                    <a:rPr lang="en-US">
                      <a:noFill/>
                    </a:rPr>
                    <a:t> </a:t>
                  </a:r>
                </a:p>
              </p:txBody>
            </p:sp>
          </mc:Fallback>
        </mc:AlternateContent>
        <p:cxnSp>
          <p:nvCxnSpPr>
            <p:cNvPr id="31" name="Connector: Elbow 30">
              <a:extLst>
                <a:ext uri="{FF2B5EF4-FFF2-40B4-BE49-F238E27FC236}">
                  <a16:creationId xmlns:a16="http://schemas.microsoft.com/office/drawing/2014/main" id="{6595A811-A642-CD65-7F5F-D2656C8F9E5E}"/>
                </a:ext>
              </a:extLst>
            </p:cNvPr>
            <p:cNvCxnSpPr>
              <a:cxnSpLocks/>
            </p:cNvCxnSpPr>
            <p:nvPr/>
          </p:nvCxnSpPr>
          <p:spPr>
            <a:xfrm>
              <a:off x="6648655" y="1286419"/>
              <a:ext cx="1274588" cy="1070104"/>
            </a:xfrm>
            <a:prstGeom prst="bentConnector3">
              <a:avLst>
                <a:gd name="adj1" fmla="val 50000"/>
              </a:avLst>
            </a:prstGeom>
            <a:ln w="952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34" name="Connector: Elbow 33">
              <a:extLst>
                <a:ext uri="{FF2B5EF4-FFF2-40B4-BE49-F238E27FC236}">
                  <a16:creationId xmlns:a16="http://schemas.microsoft.com/office/drawing/2014/main" id="{A675ADB2-AC4D-FB60-0091-7098486D446D}"/>
                </a:ext>
              </a:extLst>
            </p:cNvPr>
            <p:cNvCxnSpPr>
              <a:cxnSpLocks/>
            </p:cNvCxnSpPr>
            <p:nvPr/>
          </p:nvCxnSpPr>
          <p:spPr>
            <a:xfrm>
              <a:off x="6643083" y="1895731"/>
              <a:ext cx="1280160" cy="540921"/>
            </a:xfrm>
            <a:prstGeom prst="bentConnector3">
              <a:avLst>
                <a:gd name="adj1" fmla="val 40170"/>
              </a:avLst>
            </a:prstGeom>
            <a:ln w="19050"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52" name="Straight Arrow Connector 51">
              <a:extLst>
                <a:ext uri="{FF2B5EF4-FFF2-40B4-BE49-F238E27FC236}">
                  <a16:creationId xmlns:a16="http://schemas.microsoft.com/office/drawing/2014/main" id="{531BB113-CF38-183B-94B8-50C370457BA8}"/>
                </a:ext>
              </a:extLst>
            </p:cNvPr>
            <p:cNvCxnSpPr/>
            <p:nvPr/>
          </p:nvCxnSpPr>
          <p:spPr>
            <a:xfrm>
              <a:off x="6643083" y="2615480"/>
              <a:ext cx="1280160" cy="0"/>
            </a:xfrm>
            <a:prstGeom prst="straightConnector1">
              <a:avLst/>
            </a:prstGeom>
            <a:ln w="952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54" name="Connector: Elbow 53">
              <a:extLst>
                <a:ext uri="{FF2B5EF4-FFF2-40B4-BE49-F238E27FC236}">
                  <a16:creationId xmlns:a16="http://schemas.microsoft.com/office/drawing/2014/main" id="{68A46F91-5560-760E-7411-994054ED204C}"/>
                </a:ext>
              </a:extLst>
            </p:cNvPr>
            <p:cNvCxnSpPr>
              <a:cxnSpLocks/>
            </p:cNvCxnSpPr>
            <p:nvPr/>
          </p:nvCxnSpPr>
          <p:spPr>
            <a:xfrm flipV="1">
              <a:off x="6631004" y="2882424"/>
              <a:ext cx="1292239" cy="1061359"/>
            </a:xfrm>
            <a:prstGeom prst="bentConnector3">
              <a:avLst>
                <a:gd name="adj1" fmla="val 50000"/>
              </a:avLst>
            </a:prstGeom>
            <a:ln w="952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55" name="Connector: Elbow 54">
              <a:extLst>
                <a:ext uri="{FF2B5EF4-FFF2-40B4-BE49-F238E27FC236}">
                  <a16:creationId xmlns:a16="http://schemas.microsoft.com/office/drawing/2014/main" id="{4606AF4A-BC81-A3E8-4347-E8E0C88544A2}"/>
                </a:ext>
              </a:extLst>
            </p:cNvPr>
            <p:cNvCxnSpPr>
              <a:cxnSpLocks/>
            </p:cNvCxnSpPr>
            <p:nvPr/>
          </p:nvCxnSpPr>
          <p:spPr>
            <a:xfrm flipV="1">
              <a:off x="6631595" y="2788990"/>
              <a:ext cx="1291648" cy="495131"/>
            </a:xfrm>
            <a:prstGeom prst="bentConnector3">
              <a:avLst>
                <a:gd name="adj1" fmla="val 39608"/>
              </a:avLst>
            </a:prstGeom>
            <a:ln w="952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grpSp>
          <p:nvGrpSpPr>
            <p:cNvPr id="133" name="Group 132">
              <a:extLst>
                <a:ext uri="{FF2B5EF4-FFF2-40B4-BE49-F238E27FC236}">
                  <a16:creationId xmlns:a16="http://schemas.microsoft.com/office/drawing/2014/main" id="{C7220E27-AA7E-8F4D-6392-DEC0BAE14949}"/>
                </a:ext>
              </a:extLst>
            </p:cNvPr>
            <p:cNvGrpSpPr/>
            <p:nvPr/>
          </p:nvGrpSpPr>
          <p:grpSpPr>
            <a:xfrm>
              <a:off x="8370465" y="3185206"/>
              <a:ext cx="1532478" cy="882363"/>
              <a:chOff x="5056072" y="3525718"/>
              <a:chExt cx="1532478" cy="882363"/>
            </a:xfrm>
          </p:grpSpPr>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7B591487-646A-CB2B-01AA-078DF8A13A62}"/>
                      </a:ext>
                    </a:extLst>
                  </p:cNvPr>
                  <p:cNvSpPr txBox="1"/>
                  <p:nvPr/>
                </p:nvSpPr>
                <p:spPr>
                  <a:xfrm>
                    <a:off x="5819938" y="3525718"/>
                    <a:ext cx="65171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𝑀</m:t>
                              </m:r>
                            </m:e>
                            <m:sub>
                              <m:r>
                                <a:rPr lang="en-US" sz="1600" i="1">
                                  <a:latin typeface="Cambria Math" panose="02040503050406030204" pitchFamily="18" charset="0"/>
                                </a:rPr>
                                <m:t>𝑛𝑒𝑡</m:t>
                              </m:r>
                            </m:sub>
                          </m:sSub>
                        </m:oMath>
                      </m:oMathPara>
                    </a14:m>
                    <a:endParaRPr lang="en-US" sz="1600" dirty="0"/>
                  </a:p>
                </p:txBody>
              </p:sp>
            </mc:Choice>
            <mc:Fallback xmlns="">
              <p:sp>
                <p:nvSpPr>
                  <p:cNvPr id="78" name="TextBox 77">
                    <a:extLst>
                      <a:ext uri="{FF2B5EF4-FFF2-40B4-BE49-F238E27FC236}">
                        <a16:creationId xmlns:a16="http://schemas.microsoft.com/office/drawing/2014/main" id="{7B591487-646A-CB2B-01AA-078DF8A13A62}"/>
                      </a:ext>
                    </a:extLst>
                  </p:cNvPr>
                  <p:cNvSpPr txBox="1">
                    <a:spLocks noRot="1" noChangeAspect="1" noMove="1" noResize="1" noEditPoints="1" noAdjustHandles="1" noChangeArrowheads="1" noChangeShapeType="1" noTextEdit="1"/>
                  </p:cNvSpPr>
                  <p:nvPr/>
                </p:nvSpPr>
                <p:spPr>
                  <a:xfrm>
                    <a:off x="5819938" y="3525718"/>
                    <a:ext cx="651717" cy="338554"/>
                  </a:xfrm>
                  <a:prstGeom prst="rect">
                    <a:avLst/>
                  </a:prstGeom>
                  <a:blipFill>
                    <a:blip r:embed="rId27"/>
                    <a:stretch>
                      <a:fillRect/>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0BD2A564-E4BC-68D6-872C-7A02B028BB64}"/>
                  </a:ext>
                </a:extLst>
              </p:cNvPr>
              <p:cNvSpPr/>
              <p:nvPr/>
            </p:nvSpPr>
            <p:spPr>
              <a:xfrm>
                <a:off x="5056072" y="3953250"/>
                <a:ext cx="1532478" cy="454831"/>
              </a:xfrm>
              <a:prstGeom prst="rect">
                <a:avLst/>
              </a:prstGeom>
              <a:solidFill>
                <a:schemeClr val="accent4">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bg1"/>
                    </a:solidFill>
                  </a:rPr>
                  <a:t>Inorganic N</a:t>
                </a:r>
              </a:p>
            </p:txBody>
          </p:sp>
        </p:gr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CA1A9261-8E0B-BDC1-E457-B38B108D572D}"/>
                    </a:ext>
                  </a:extLst>
                </p:cNvPr>
                <p:cNvSpPr txBox="1"/>
                <p:nvPr/>
              </p:nvSpPr>
              <p:spPr>
                <a:xfrm>
                  <a:off x="6605262" y="1229293"/>
                  <a:ext cx="502382" cy="3279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i="1" dirty="0">
                                <a:latin typeface="Cambria Math" panose="02040503050406030204" pitchFamily="18" charset="0"/>
                              </a:rPr>
                              <m:t>𝑈</m:t>
                            </m:r>
                          </m:e>
                          <m:sub>
                            <m:sSub>
                              <m:sSubPr>
                                <m:ctrlPr>
                                  <a:rPr lang="en-US" sz="1400" b="0" i="1" dirty="0" smtClean="0">
                                    <a:latin typeface="Cambria Math" panose="02040503050406030204" pitchFamily="18" charset="0"/>
                                  </a:rPr>
                                </m:ctrlPr>
                              </m:sSubPr>
                              <m:e>
                                <m:r>
                                  <a:rPr lang="en-US" sz="1400" i="1" dirty="0">
                                    <a:latin typeface="Cambria Math" panose="02040503050406030204" pitchFamily="18" charset="0"/>
                                  </a:rPr>
                                  <m:t>𝐶</m:t>
                                </m:r>
                              </m:e>
                              <m:sub>
                                <m:r>
                                  <a:rPr lang="en-US" sz="1400" b="0" i="1" dirty="0" smtClean="0">
                                    <a:latin typeface="Cambria Math" panose="02040503050406030204" pitchFamily="18" charset="0"/>
                                  </a:rPr>
                                  <m:t>h</m:t>
                                </m:r>
                              </m:sub>
                            </m:sSub>
                          </m:sub>
                        </m:sSub>
                      </m:oMath>
                    </m:oMathPara>
                  </a14:m>
                  <a:endParaRPr lang="en-US" sz="1400" dirty="0"/>
                </a:p>
              </p:txBody>
            </p:sp>
          </mc:Choice>
          <mc:Fallback xmlns="">
            <p:sp>
              <p:nvSpPr>
                <p:cNvPr id="79" name="TextBox 78">
                  <a:extLst>
                    <a:ext uri="{FF2B5EF4-FFF2-40B4-BE49-F238E27FC236}">
                      <a16:creationId xmlns:a16="http://schemas.microsoft.com/office/drawing/2014/main" id="{CA1A9261-8E0B-BDC1-E457-B38B108D572D}"/>
                    </a:ext>
                  </a:extLst>
                </p:cNvPr>
                <p:cNvSpPr txBox="1">
                  <a:spLocks noRot="1" noChangeAspect="1" noMove="1" noResize="1" noEditPoints="1" noAdjustHandles="1" noChangeArrowheads="1" noChangeShapeType="1" noTextEdit="1"/>
                </p:cNvSpPr>
                <p:nvPr/>
              </p:nvSpPr>
              <p:spPr>
                <a:xfrm>
                  <a:off x="6605262" y="1229293"/>
                  <a:ext cx="502382" cy="327975"/>
                </a:xfrm>
                <a:prstGeom prst="rect">
                  <a:avLst/>
                </a:prstGeom>
                <a:blipFill>
                  <a:blip r:embed="rId4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494820A4-DEF9-62D8-F287-50BEE7FF1AB1}"/>
                    </a:ext>
                  </a:extLst>
                </p:cNvPr>
                <p:cNvSpPr txBox="1"/>
                <p:nvPr/>
              </p:nvSpPr>
              <p:spPr>
                <a:xfrm>
                  <a:off x="6605262" y="1835581"/>
                  <a:ext cx="43268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i="1" dirty="0">
                                <a:latin typeface="Cambria Math" panose="02040503050406030204" pitchFamily="18" charset="0"/>
                              </a:rPr>
                            </m:ctrlPr>
                          </m:sSubPr>
                          <m:e>
                            <m:r>
                              <a:rPr lang="en-US" sz="1400" i="1" dirty="0">
                                <a:latin typeface="Cambria Math" panose="02040503050406030204" pitchFamily="18" charset="0"/>
                              </a:rPr>
                              <m:t>𝑈</m:t>
                            </m:r>
                          </m:e>
                          <m:sub>
                            <m:r>
                              <a:rPr lang="en-US" sz="1400" i="1" dirty="0">
                                <a:latin typeface="Cambria Math" panose="02040503050406030204" pitchFamily="18" charset="0"/>
                              </a:rPr>
                              <m:t>𝑃</m:t>
                            </m:r>
                          </m:sub>
                        </m:sSub>
                      </m:oMath>
                    </m:oMathPara>
                  </a14:m>
                  <a:endParaRPr lang="en-US" sz="1400" dirty="0"/>
                </a:p>
              </p:txBody>
            </p:sp>
          </mc:Choice>
          <mc:Fallback xmlns="">
            <p:sp>
              <p:nvSpPr>
                <p:cNvPr id="81" name="TextBox 80">
                  <a:extLst>
                    <a:ext uri="{FF2B5EF4-FFF2-40B4-BE49-F238E27FC236}">
                      <a16:creationId xmlns:a16="http://schemas.microsoft.com/office/drawing/2014/main" id="{494820A4-DEF9-62D8-F287-50BEE7FF1AB1}"/>
                    </a:ext>
                  </a:extLst>
                </p:cNvPr>
                <p:cNvSpPr txBox="1">
                  <a:spLocks noRot="1" noChangeAspect="1" noMove="1" noResize="1" noEditPoints="1" noAdjustHandles="1" noChangeArrowheads="1" noChangeShapeType="1" noTextEdit="1"/>
                </p:cNvSpPr>
                <p:nvPr/>
              </p:nvSpPr>
              <p:spPr>
                <a:xfrm>
                  <a:off x="6605262" y="1835581"/>
                  <a:ext cx="432683" cy="307777"/>
                </a:xfrm>
                <a:prstGeom prst="rect">
                  <a:avLst/>
                </a:prstGeom>
                <a:blipFill>
                  <a:blip r:embed="rId4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E905D3F5-89DA-2AD7-20B2-9C6FC3155414}"/>
                    </a:ext>
                  </a:extLst>
                </p:cNvPr>
                <p:cNvSpPr txBox="1"/>
                <p:nvPr/>
              </p:nvSpPr>
              <p:spPr>
                <a:xfrm>
                  <a:off x="6597567" y="2592553"/>
                  <a:ext cx="495969" cy="3494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i="1" dirty="0">
                                <a:latin typeface="Cambria Math" panose="02040503050406030204" pitchFamily="18" charset="0"/>
                              </a:rPr>
                            </m:ctrlPr>
                          </m:sSubPr>
                          <m:e>
                            <m:r>
                              <a:rPr lang="en-US" sz="1400" i="1" dirty="0">
                                <a:latin typeface="Cambria Math" panose="02040503050406030204" pitchFamily="18" charset="0"/>
                              </a:rPr>
                              <m:t>𝑈</m:t>
                            </m:r>
                          </m:e>
                          <m:sub>
                            <m:sSub>
                              <m:sSubPr>
                                <m:ctrlPr>
                                  <a:rPr lang="en-US" sz="1400" i="1" dirty="0">
                                    <a:latin typeface="Cambria Math" panose="02040503050406030204" pitchFamily="18" charset="0"/>
                                  </a:rPr>
                                </m:ctrlPr>
                              </m:sSubPr>
                              <m:e>
                                <m:r>
                                  <a:rPr lang="en-US" sz="1400" i="1" dirty="0">
                                    <a:latin typeface="Cambria Math" panose="02040503050406030204" pitchFamily="18" charset="0"/>
                                  </a:rPr>
                                  <m:t>𝐿</m:t>
                                </m:r>
                              </m:e>
                              <m:sub>
                                <m:r>
                                  <a:rPr lang="en-US" sz="1400" i="1" dirty="0">
                                    <a:latin typeface="Cambria Math" panose="02040503050406030204" pitchFamily="18" charset="0"/>
                                  </a:rPr>
                                  <m:t>𝑔</m:t>
                                </m:r>
                              </m:sub>
                            </m:sSub>
                          </m:sub>
                        </m:sSub>
                      </m:oMath>
                    </m:oMathPara>
                  </a14:m>
                  <a:endParaRPr lang="en-US" sz="1400" dirty="0"/>
                </a:p>
              </p:txBody>
            </p:sp>
          </mc:Choice>
          <mc:Fallback xmlns="">
            <p:sp>
              <p:nvSpPr>
                <p:cNvPr id="82" name="TextBox 81">
                  <a:extLst>
                    <a:ext uri="{FF2B5EF4-FFF2-40B4-BE49-F238E27FC236}">
                      <a16:creationId xmlns:a16="http://schemas.microsoft.com/office/drawing/2014/main" id="{E905D3F5-89DA-2AD7-20B2-9C6FC3155414}"/>
                    </a:ext>
                  </a:extLst>
                </p:cNvPr>
                <p:cNvSpPr txBox="1">
                  <a:spLocks noRot="1" noChangeAspect="1" noMove="1" noResize="1" noEditPoints="1" noAdjustHandles="1" noChangeArrowheads="1" noChangeShapeType="1" noTextEdit="1"/>
                </p:cNvSpPr>
                <p:nvPr/>
              </p:nvSpPr>
              <p:spPr>
                <a:xfrm>
                  <a:off x="6597567" y="2592553"/>
                  <a:ext cx="495969" cy="349455"/>
                </a:xfrm>
                <a:prstGeom prst="rect">
                  <a:avLst/>
                </a:prstGeom>
                <a:blipFill>
                  <a:blip r:embed="rId4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836C1EB3-4663-156F-D1BD-11488C8BAE30}"/>
                    </a:ext>
                  </a:extLst>
                </p:cNvPr>
                <p:cNvSpPr txBox="1"/>
                <p:nvPr/>
              </p:nvSpPr>
              <p:spPr>
                <a:xfrm>
                  <a:off x="6605262" y="2986601"/>
                  <a:ext cx="495969" cy="3486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i="1" dirty="0">
                                <a:latin typeface="Cambria Math" panose="02040503050406030204" pitchFamily="18" charset="0"/>
                              </a:rPr>
                              <m:t>𝑈</m:t>
                            </m:r>
                          </m:e>
                          <m:sub>
                            <m:sSub>
                              <m:sSubPr>
                                <m:ctrlPr>
                                  <a:rPr lang="en-US" sz="1400" i="1" dirty="0">
                                    <a:latin typeface="Cambria Math" panose="02040503050406030204" pitchFamily="18" charset="0"/>
                                  </a:rPr>
                                </m:ctrlPr>
                              </m:sSubPr>
                              <m:e>
                                <m:r>
                                  <a:rPr lang="en-US" sz="1400" i="1" dirty="0">
                                    <a:latin typeface="Cambria Math" panose="02040503050406030204" pitchFamily="18" charset="0"/>
                                  </a:rPr>
                                  <m:t>𝐿</m:t>
                                </m:r>
                              </m:e>
                              <m:sub>
                                <m:r>
                                  <a:rPr lang="en-US" sz="1400" b="0" i="1" dirty="0" smtClean="0">
                                    <a:latin typeface="Cambria Math" panose="02040503050406030204" pitchFamily="18" charset="0"/>
                                  </a:rPr>
                                  <m:t>𝑝</m:t>
                                </m:r>
                              </m:sub>
                            </m:sSub>
                          </m:sub>
                        </m:sSub>
                      </m:oMath>
                    </m:oMathPara>
                  </a14:m>
                  <a:endParaRPr lang="en-US" sz="1400" dirty="0"/>
                </a:p>
              </p:txBody>
            </p:sp>
          </mc:Choice>
          <mc:Fallback xmlns="">
            <p:sp>
              <p:nvSpPr>
                <p:cNvPr id="83" name="TextBox 82">
                  <a:extLst>
                    <a:ext uri="{FF2B5EF4-FFF2-40B4-BE49-F238E27FC236}">
                      <a16:creationId xmlns:a16="http://schemas.microsoft.com/office/drawing/2014/main" id="{836C1EB3-4663-156F-D1BD-11488C8BAE30}"/>
                    </a:ext>
                  </a:extLst>
                </p:cNvPr>
                <p:cNvSpPr txBox="1">
                  <a:spLocks noRot="1" noChangeAspect="1" noMove="1" noResize="1" noEditPoints="1" noAdjustHandles="1" noChangeArrowheads="1" noChangeShapeType="1" noTextEdit="1"/>
                </p:cNvSpPr>
                <p:nvPr/>
              </p:nvSpPr>
              <p:spPr>
                <a:xfrm>
                  <a:off x="6605262" y="2986601"/>
                  <a:ext cx="495969" cy="348622"/>
                </a:xfrm>
                <a:prstGeom prst="rect">
                  <a:avLst/>
                </a:prstGeom>
                <a:blipFill>
                  <a:blip r:embed="rId4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EE3FC11F-C08F-DD72-D6B4-E5EA7F23A58B}"/>
                    </a:ext>
                  </a:extLst>
                </p:cNvPr>
                <p:cNvSpPr txBox="1"/>
                <p:nvPr/>
              </p:nvSpPr>
              <p:spPr>
                <a:xfrm>
                  <a:off x="6605262" y="3625883"/>
                  <a:ext cx="499431" cy="3273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i="1" dirty="0" smtClean="0">
                                <a:latin typeface="Cambria Math" panose="02040503050406030204" pitchFamily="18" charset="0"/>
                              </a:rPr>
                            </m:ctrlPr>
                          </m:sSubPr>
                          <m:e>
                            <m:r>
                              <a:rPr lang="en-US" sz="1400" i="1" dirty="0">
                                <a:latin typeface="Cambria Math" panose="02040503050406030204" pitchFamily="18" charset="0"/>
                              </a:rPr>
                              <m:t>𝑈</m:t>
                            </m:r>
                          </m:e>
                          <m:sub>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𝐶</m:t>
                                </m:r>
                              </m:e>
                              <m:sub>
                                <m:r>
                                  <a:rPr lang="en-US" sz="1400" b="0" i="1" dirty="0" smtClean="0">
                                    <a:latin typeface="Cambria Math" panose="02040503050406030204" pitchFamily="18" charset="0"/>
                                  </a:rPr>
                                  <m:t>𝑛</m:t>
                                </m:r>
                              </m:sub>
                            </m:sSub>
                          </m:sub>
                        </m:sSub>
                      </m:oMath>
                    </m:oMathPara>
                  </a14:m>
                  <a:endParaRPr lang="en-US" sz="1400" dirty="0"/>
                </a:p>
              </p:txBody>
            </p:sp>
          </mc:Choice>
          <mc:Fallback xmlns="">
            <p:sp>
              <p:nvSpPr>
                <p:cNvPr id="84" name="TextBox 83">
                  <a:extLst>
                    <a:ext uri="{FF2B5EF4-FFF2-40B4-BE49-F238E27FC236}">
                      <a16:creationId xmlns:a16="http://schemas.microsoft.com/office/drawing/2014/main" id="{EE3FC11F-C08F-DD72-D6B4-E5EA7F23A58B}"/>
                    </a:ext>
                  </a:extLst>
                </p:cNvPr>
                <p:cNvSpPr txBox="1">
                  <a:spLocks noRot="1" noChangeAspect="1" noMove="1" noResize="1" noEditPoints="1" noAdjustHandles="1" noChangeArrowheads="1" noChangeShapeType="1" noTextEdit="1"/>
                </p:cNvSpPr>
                <p:nvPr/>
              </p:nvSpPr>
              <p:spPr>
                <a:xfrm>
                  <a:off x="6605262" y="3625883"/>
                  <a:ext cx="499431" cy="327334"/>
                </a:xfrm>
                <a:prstGeom prst="rect">
                  <a:avLst/>
                </a:prstGeom>
                <a:blipFill>
                  <a:blip r:embed="rId50"/>
                  <a:stretch>
                    <a:fillRect/>
                  </a:stretch>
                </a:blipFill>
              </p:spPr>
              <p:txBody>
                <a:bodyPr/>
                <a:lstStyle/>
                <a:p>
                  <a:r>
                    <a:rPr lang="en-US">
                      <a:noFill/>
                    </a:rPr>
                    <a:t> </a:t>
                  </a:r>
                </a:p>
              </p:txBody>
            </p:sp>
          </mc:Fallback>
        </mc:AlternateContent>
        <p:sp>
          <p:nvSpPr>
            <p:cNvPr id="92" name="Arc 91">
              <a:extLst>
                <a:ext uri="{FF2B5EF4-FFF2-40B4-BE49-F238E27FC236}">
                  <a16:creationId xmlns:a16="http://schemas.microsoft.com/office/drawing/2014/main" id="{291827BC-8407-C3D3-DBCA-F7D170E4730B}"/>
                </a:ext>
              </a:extLst>
            </p:cNvPr>
            <p:cNvSpPr/>
            <p:nvPr/>
          </p:nvSpPr>
          <p:spPr>
            <a:xfrm>
              <a:off x="4489484" y="1094413"/>
              <a:ext cx="4158971" cy="2742298"/>
            </a:xfrm>
            <a:prstGeom prst="arc">
              <a:avLst>
                <a:gd name="adj1" fmla="val 16364626"/>
                <a:gd name="adj2" fmla="val 20814934"/>
              </a:avLst>
            </a:prstGeom>
            <a:ln w="19050">
              <a:solidFill>
                <a:schemeClr val="tx1">
                  <a:lumMod val="50000"/>
                  <a:lumOff val="50000"/>
                </a:schemeClr>
              </a:solidFill>
              <a:prstDash val="dash"/>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tx1">
                    <a:lumMod val="50000"/>
                    <a:lumOff val="50000"/>
                  </a:schemeClr>
                </a:solidFill>
              </a:endParaRPr>
            </a:p>
          </p:txBody>
        </p:sp>
        <p:sp>
          <p:nvSpPr>
            <p:cNvPr id="93" name="Arc 92">
              <a:extLst>
                <a:ext uri="{FF2B5EF4-FFF2-40B4-BE49-F238E27FC236}">
                  <a16:creationId xmlns:a16="http://schemas.microsoft.com/office/drawing/2014/main" id="{AF38E103-7734-1501-107F-AD3230792C27}"/>
                </a:ext>
              </a:extLst>
            </p:cNvPr>
            <p:cNvSpPr/>
            <p:nvPr/>
          </p:nvSpPr>
          <p:spPr>
            <a:xfrm>
              <a:off x="4318771" y="1782816"/>
              <a:ext cx="4158971" cy="1718104"/>
            </a:xfrm>
            <a:prstGeom prst="arc">
              <a:avLst>
                <a:gd name="adj1" fmla="val 17153148"/>
                <a:gd name="adj2" fmla="val 20612173"/>
              </a:avLst>
            </a:prstGeom>
            <a:ln w="19050">
              <a:solidFill>
                <a:schemeClr val="tx1">
                  <a:lumMod val="50000"/>
                  <a:lumOff val="50000"/>
                </a:schemeClr>
              </a:solidFill>
              <a:prstDash val="dash"/>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tx1">
                    <a:lumMod val="50000"/>
                    <a:lumOff val="50000"/>
                  </a:schemeClr>
                </a:solidFill>
              </a:endParaRPr>
            </a:p>
          </p:txBody>
        </p:sp>
        <p:sp>
          <p:nvSpPr>
            <p:cNvPr id="109" name="Arc 108">
              <a:extLst>
                <a:ext uri="{FF2B5EF4-FFF2-40B4-BE49-F238E27FC236}">
                  <a16:creationId xmlns:a16="http://schemas.microsoft.com/office/drawing/2014/main" id="{211F2939-BE3F-AE7C-9675-24188ACCF7D5}"/>
                </a:ext>
              </a:extLst>
            </p:cNvPr>
            <p:cNvSpPr/>
            <p:nvPr/>
          </p:nvSpPr>
          <p:spPr>
            <a:xfrm flipV="1">
              <a:off x="4318770" y="1711085"/>
              <a:ext cx="4158971" cy="1718104"/>
            </a:xfrm>
            <a:prstGeom prst="arc">
              <a:avLst>
                <a:gd name="adj1" fmla="val 17153148"/>
                <a:gd name="adj2" fmla="val 20664366"/>
              </a:avLst>
            </a:prstGeom>
            <a:ln w="19050">
              <a:solidFill>
                <a:schemeClr val="bg1">
                  <a:lumMod val="65000"/>
                </a:schemeClr>
              </a:solidFill>
              <a:prstDash val="dash"/>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tx1">
                    <a:lumMod val="50000"/>
                    <a:lumOff val="50000"/>
                  </a:schemeClr>
                </a:solidFill>
              </a:endParaRPr>
            </a:p>
          </p:txBody>
        </p: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680A5EB4-A286-4A11-C934-8D03DD1F9620}"/>
                    </a:ext>
                  </a:extLst>
                </p:cNvPr>
                <p:cNvSpPr txBox="1"/>
                <p:nvPr/>
              </p:nvSpPr>
              <p:spPr>
                <a:xfrm>
                  <a:off x="7322876" y="1011810"/>
                  <a:ext cx="592021" cy="2943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i="1" dirty="0" smtClean="0">
                                <a:solidFill>
                                  <a:schemeClr val="tx1">
                                    <a:lumMod val="65000"/>
                                    <a:lumOff val="35000"/>
                                  </a:schemeClr>
                                </a:solidFill>
                                <a:latin typeface="Cambria Math" panose="02040503050406030204" pitchFamily="18" charset="0"/>
                              </a:rPr>
                            </m:ctrlPr>
                          </m:sSubPr>
                          <m:e>
                            <m:r>
                              <a:rPr lang="en-US" sz="1200" i="1" dirty="0">
                                <a:solidFill>
                                  <a:schemeClr val="tx1">
                                    <a:lumMod val="65000"/>
                                    <a:lumOff val="35000"/>
                                  </a:schemeClr>
                                </a:solidFill>
                                <a:latin typeface="Cambria Math" panose="02040503050406030204" pitchFamily="18" charset="0"/>
                              </a:rPr>
                              <m:t>𝑚</m:t>
                            </m:r>
                          </m:e>
                          <m:sub>
                            <m:sSub>
                              <m:sSubPr>
                                <m:ctrlPr>
                                  <a:rPr lang="en-US" sz="1200" b="0" i="1" dirty="0" smtClean="0">
                                    <a:solidFill>
                                      <a:schemeClr val="tx1">
                                        <a:lumMod val="65000"/>
                                        <a:lumOff val="35000"/>
                                      </a:schemeClr>
                                    </a:solidFill>
                                    <a:latin typeface="Cambria Math" panose="02040503050406030204" pitchFamily="18" charset="0"/>
                                  </a:rPr>
                                </m:ctrlPr>
                              </m:sSubPr>
                              <m:e>
                                <m:r>
                                  <a:rPr lang="en-US" sz="1200" i="1" dirty="0">
                                    <a:solidFill>
                                      <a:schemeClr val="tx1">
                                        <a:lumMod val="65000"/>
                                        <a:lumOff val="35000"/>
                                      </a:schemeClr>
                                    </a:solidFill>
                                    <a:latin typeface="Cambria Math" panose="02040503050406030204" pitchFamily="18" charset="0"/>
                                  </a:rPr>
                                  <m:t>𝐶</m:t>
                                </m:r>
                              </m:e>
                              <m:sub>
                                <m:r>
                                  <a:rPr lang="en-US" sz="1200" b="0" i="1" dirty="0" smtClean="0">
                                    <a:solidFill>
                                      <a:schemeClr val="tx1">
                                        <a:lumMod val="65000"/>
                                        <a:lumOff val="35000"/>
                                      </a:schemeClr>
                                    </a:solidFill>
                                    <a:latin typeface="Cambria Math" panose="02040503050406030204" pitchFamily="18" charset="0"/>
                                  </a:rPr>
                                  <m:t>h</m:t>
                                </m:r>
                              </m:sub>
                            </m:sSub>
                          </m:sub>
                        </m:sSub>
                        <m:r>
                          <a:rPr lang="en-US" sz="1200" i="1" dirty="0">
                            <a:solidFill>
                              <a:schemeClr val="tx1">
                                <a:lumMod val="65000"/>
                                <a:lumOff val="35000"/>
                              </a:schemeClr>
                            </a:solidFill>
                            <a:latin typeface="Cambria Math" panose="02040503050406030204" pitchFamily="18" charset="0"/>
                          </a:rPr>
                          <m:t>𝐺</m:t>
                        </m:r>
                      </m:oMath>
                    </m:oMathPara>
                  </a14:m>
                  <a:endParaRPr lang="en-US" sz="1200" dirty="0">
                    <a:solidFill>
                      <a:schemeClr val="tx1">
                        <a:lumMod val="65000"/>
                        <a:lumOff val="35000"/>
                      </a:schemeClr>
                    </a:solidFill>
                  </a:endParaRPr>
                </a:p>
              </p:txBody>
            </p:sp>
          </mc:Choice>
          <mc:Fallback xmlns="">
            <p:sp>
              <p:nvSpPr>
                <p:cNvPr id="113" name="TextBox 112">
                  <a:extLst>
                    <a:ext uri="{FF2B5EF4-FFF2-40B4-BE49-F238E27FC236}">
                      <a16:creationId xmlns:a16="http://schemas.microsoft.com/office/drawing/2014/main" id="{680A5EB4-A286-4A11-C934-8D03DD1F9620}"/>
                    </a:ext>
                  </a:extLst>
                </p:cNvPr>
                <p:cNvSpPr txBox="1">
                  <a:spLocks noRot="1" noChangeAspect="1" noMove="1" noResize="1" noEditPoints="1" noAdjustHandles="1" noChangeArrowheads="1" noChangeShapeType="1" noTextEdit="1"/>
                </p:cNvSpPr>
                <p:nvPr/>
              </p:nvSpPr>
              <p:spPr>
                <a:xfrm>
                  <a:off x="7322876" y="1011810"/>
                  <a:ext cx="592021" cy="294376"/>
                </a:xfrm>
                <a:prstGeom prst="rect">
                  <a:avLst/>
                </a:prstGeom>
                <a:blipFill>
                  <a:blip r:embed="rId5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09BF9AE3-1C5A-722F-201D-5D11854AEE19}"/>
                    </a:ext>
                  </a:extLst>
                </p:cNvPr>
                <p:cNvSpPr txBox="1"/>
                <p:nvPr/>
              </p:nvSpPr>
              <p:spPr>
                <a:xfrm>
                  <a:off x="7322876" y="1649397"/>
                  <a:ext cx="53226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i="1" dirty="0" smtClean="0">
                                <a:solidFill>
                                  <a:schemeClr val="tx1">
                                    <a:lumMod val="65000"/>
                                    <a:lumOff val="35000"/>
                                  </a:schemeClr>
                                </a:solidFill>
                                <a:latin typeface="Cambria Math" panose="02040503050406030204" pitchFamily="18" charset="0"/>
                              </a:rPr>
                            </m:ctrlPr>
                          </m:sSubPr>
                          <m:e>
                            <m:r>
                              <a:rPr lang="en-US" sz="1200" i="1" dirty="0">
                                <a:solidFill>
                                  <a:schemeClr val="tx1">
                                    <a:lumMod val="65000"/>
                                    <a:lumOff val="35000"/>
                                  </a:schemeClr>
                                </a:solidFill>
                                <a:latin typeface="Cambria Math" panose="02040503050406030204" pitchFamily="18" charset="0"/>
                              </a:rPr>
                              <m:t>𝑚</m:t>
                            </m:r>
                          </m:e>
                          <m:sub>
                            <m:r>
                              <a:rPr lang="en-US" sz="1200" i="1" dirty="0">
                                <a:solidFill>
                                  <a:schemeClr val="tx1">
                                    <a:lumMod val="65000"/>
                                    <a:lumOff val="35000"/>
                                  </a:schemeClr>
                                </a:solidFill>
                                <a:latin typeface="Cambria Math" panose="02040503050406030204" pitchFamily="18" charset="0"/>
                              </a:rPr>
                              <m:t>𝑃</m:t>
                            </m:r>
                          </m:sub>
                        </m:sSub>
                        <m:r>
                          <a:rPr lang="en-US" sz="1200" i="1" dirty="0">
                            <a:solidFill>
                              <a:schemeClr val="tx1">
                                <a:lumMod val="65000"/>
                                <a:lumOff val="35000"/>
                              </a:schemeClr>
                            </a:solidFill>
                            <a:latin typeface="Cambria Math" panose="02040503050406030204" pitchFamily="18" charset="0"/>
                          </a:rPr>
                          <m:t>𝐺</m:t>
                        </m:r>
                      </m:oMath>
                    </m:oMathPara>
                  </a14:m>
                  <a:endParaRPr lang="en-US" sz="1200" dirty="0">
                    <a:solidFill>
                      <a:schemeClr val="tx1">
                        <a:lumMod val="65000"/>
                        <a:lumOff val="35000"/>
                      </a:schemeClr>
                    </a:solidFill>
                  </a:endParaRPr>
                </a:p>
              </p:txBody>
            </p:sp>
          </mc:Choice>
          <mc:Fallback xmlns="">
            <p:sp>
              <p:nvSpPr>
                <p:cNvPr id="114" name="TextBox 113">
                  <a:extLst>
                    <a:ext uri="{FF2B5EF4-FFF2-40B4-BE49-F238E27FC236}">
                      <a16:creationId xmlns:a16="http://schemas.microsoft.com/office/drawing/2014/main" id="{09BF9AE3-1C5A-722F-201D-5D11854AEE19}"/>
                    </a:ext>
                  </a:extLst>
                </p:cNvPr>
                <p:cNvSpPr txBox="1">
                  <a:spLocks noRot="1" noChangeAspect="1" noMove="1" noResize="1" noEditPoints="1" noAdjustHandles="1" noChangeArrowheads="1" noChangeShapeType="1" noTextEdit="1"/>
                </p:cNvSpPr>
                <p:nvPr/>
              </p:nvSpPr>
              <p:spPr>
                <a:xfrm>
                  <a:off x="7322876" y="1649397"/>
                  <a:ext cx="532261" cy="276999"/>
                </a:xfrm>
                <a:prstGeom prst="rect">
                  <a:avLst/>
                </a:prstGeom>
                <a:blipFill>
                  <a:blip r:embed="rId5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F8A04B75-7B05-3BC9-9B74-C30B51A0BD38}"/>
                    </a:ext>
                  </a:extLst>
                </p:cNvPr>
                <p:cNvSpPr txBox="1"/>
                <p:nvPr/>
              </p:nvSpPr>
              <p:spPr>
                <a:xfrm>
                  <a:off x="6571600" y="2269479"/>
                  <a:ext cx="587212" cy="3127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i="1" dirty="0" smtClean="0">
                                <a:solidFill>
                                  <a:schemeClr val="tx1">
                                    <a:lumMod val="65000"/>
                                    <a:lumOff val="35000"/>
                                  </a:schemeClr>
                                </a:solidFill>
                                <a:latin typeface="Cambria Math" panose="02040503050406030204" pitchFamily="18" charset="0"/>
                              </a:rPr>
                            </m:ctrlPr>
                          </m:sSubPr>
                          <m:e>
                            <m:r>
                              <a:rPr lang="en-US" sz="1200" i="1" dirty="0">
                                <a:solidFill>
                                  <a:schemeClr val="tx1">
                                    <a:lumMod val="65000"/>
                                    <a:lumOff val="35000"/>
                                  </a:schemeClr>
                                </a:solidFill>
                                <a:latin typeface="Cambria Math" panose="02040503050406030204" pitchFamily="18" charset="0"/>
                              </a:rPr>
                              <m:t>𝑚</m:t>
                            </m:r>
                          </m:e>
                          <m:sub>
                            <m:sSub>
                              <m:sSubPr>
                                <m:ctrlPr>
                                  <a:rPr lang="en-US" sz="1200" b="0" i="1" dirty="0" smtClean="0">
                                    <a:solidFill>
                                      <a:schemeClr val="tx1">
                                        <a:lumMod val="65000"/>
                                        <a:lumOff val="35000"/>
                                      </a:schemeClr>
                                    </a:solidFill>
                                    <a:latin typeface="Cambria Math" panose="02040503050406030204" pitchFamily="18" charset="0"/>
                                  </a:rPr>
                                </m:ctrlPr>
                              </m:sSubPr>
                              <m:e>
                                <m:r>
                                  <a:rPr lang="en-US" sz="1200" b="0" i="1" dirty="0" smtClean="0">
                                    <a:solidFill>
                                      <a:schemeClr val="tx1">
                                        <a:lumMod val="65000"/>
                                        <a:lumOff val="35000"/>
                                      </a:schemeClr>
                                    </a:solidFill>
                                    <a:latin typeface="Cambria Math" panose="02040503050406030204" pitchFamily="18" charset="0"/>
                                  </a:rPr>
                                  <m:t>𝐿</m:t>
                                </m:r>
                              </m:e>
                              <m:sub>
                                <m:r>
                                  <a:rPr lang="en-US" sz="1200" b="0" i="1" dirty="0" smtClean="0">
                                    <a:solidFill>
                                      <a:schemeClr val="tx1">
                                        <a:lumMod val="65000"/>
                                        <a:lumOff val="35000"/>
                                      </a:schemeClr>
                                    </a:solidFill>
                                    <a:latin typeface="Cambria Math" panose="02040503050406030204" pitchFamily="18" charset="0"/>
                                  </a:rPr>
                                  <m:t>𝑔</m:t>
                                </m:r>
                              </m:sub>
                            </m:sSub>
                          </m:sub>
                        </m:sSub>
                        <m:r>
                          <a:rPr lang="en-US" sz="1200" i="1" dirty="0">
                            <a:solidFill>
                              <a:schemeClr val="tx1">
                                <a:lumMod val="65000"/>
                                <a:lumOff val="35000"/>
                              </a:schemeClr>
                            </a:solidFill>
                            <a:latin typeface="Cambria Math" panose="02040503050406030204" pitchFamily="18" charset="0"/>
                          </a:rPr>
                          <m:t>𝐺</m:t>
                        </m:r>
                      </m:oMath>
                    </m:oMathPara>
                  </a14:m>
                  <a:endParaRPr lang="en-US" sz="1200" dirty="0">
                    <a:solidFill>
                      <a:schemeClr val="tx1">
                        <a:lumMod val="65000"/>
                        <a:lumOff val="35000"/>
                      </a:schemeClr>
                    </a:solidFill>
                  </a:endParaRPr>
                </a:p>
              </p:txBody>
            </p:sp>
          </mc:Choice>
          <mc:Fallback xmlns="">
            <p:sp>
              <p:nvSpPr>
                <p:cNvPr id="115" name="TextBox 114">
                  <a:extLst>
                    <a:ext uri="{FF2B5EF4-FFF2-40B4-BE49-F238E27FC236}">
                      <a16:creationId xmlns:a16="http://schemas.microsoft.com/office/drawing/2014/main" id="{F8A04B75-7B05-3BC9-9B74-C30B51A0BD38}"/>
                    </a:ext>
                  </a:extLst>
                </p:cNvPr>
                <p:cNvSpPr txBox="1">
                  <a:spLocks noRot="1" noChangeAspect="1" noMove="1" noResize="1" noEditPoints="1" noAdjustHandles="1" noChangeArrowheads="1" noChangeShapeType="1" noTextEdit="1"/>
                </p:cNvSpPr>
                <p:nvPr/>
              </p:nvSpPr>
              <p:spPr>
                <a:xfrm>
                  <a:off x="6571600" y="2269479"/>
                  <a:ext cx="587212" cy="312778"/>
                </a:xfrm>
                <a:prstGeom prst="rect">
                  <a:avLst/>
                </a:prstGeom>
                <a:blipFill>
                  <a:blip r:embed="rId5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39BA2BCA-9FE6-CDFA-D34D-F74B511D3A7B}"/>
                    </a:ext>
                  </a:extLst>
                </p:cNvPr>
                <p:cNvSpPr txBox="1"/>
                <p:nvPr/>
              </p:nvSpPr>
              <p:spPr>
                <a:xfrm>
                  <a:off x="7322876" y="3245723"/>
                  <a:ext cx="585610" cy="3120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i="1" dirty="0" smtClean="0">
                                <a:solidFill>
                                  <a:schemeClr val="tx1">
                                    <a:lumMod val="65000"/>
                                    <a:lumOff val="35000"/>
                                  </a:schemeClr>
                                </a:solidFill>
                                <a:latin typeface="Cambria Math" panose="02040503050406030204" pitchFamily="18" charset="0"/>
                              </a:rPr>
                            </m:ctrlPr>
                          </m:sSubPr>
                          <m:e>
                            <m:r>
                              <a:rPr lang="en-US" sz="1200" i="1" dirty="0">
                                <a:solidFill>
                                  <a:schemeClr val="tx1">
                                    <a:lumMod val="65000"/>
                                    <a:lumOff val="35000"/>
                                  </a:schemeClr>
                                </a:solidFill>
                                <a:latin typeface="Cambria Math" panose="02040503050406030204" pitchFamily="18" charset="0"/>
                              </a:rPr>
                              <m:t>𝑚</m:t>
                            </m:r>
                          </m:e>
                          <m:sub>
                            <m:sSub>
                              <m:sSubPr>
                                <m:ctrlPr>
                                  <a:rPr lang="en-US" sz="1200" b="0" i="1" dirty="0" smtClean="0">
                                    <a:solidFill>
                                      <a:schemeClr val="tx1">
                                        <a:lumMod val="65000"/>
                                        <a:lumOff val="35000"/>
                                      </a:schemeClr>
                                    </a:solidFill>
                                    <a:latin typeface="Cambria Math" panose="02040503050406030204" pitchFamily="18" charset="0"/>
                                  </a:rPr>
                                </m:ctrlPr>
                              </m:sSubPr>
                              <m:e>
                                <m:r>
                                  <a:rPr lang="en-US" sz="1200" b="0" i="1" dirty="0" smtClean="0">
                                    <a:solidFill>
                                      <a:schemeClr val="tx1">
                                        <a:lumMod val="65000"/>
                                        <a:lumOff val="35000"/>
                                      </a:schemeClr>
                                    </a:solidFill>
                                    <a:latin typeface="Cambria Math" panose="02040503050406030204" pitchFamily="18" charset="0"/>
                                  </a:rPr>
                                  <m:t>𝐿</m:t>
                                </m:r>
                              </m:e>
                              <m:sub>
                                <m:r>
                                  <a:rPr lang="en-US" sz="1200" b="0" i="1" dirty="0" smtClean="0">
                                    <a:solidFill>
                                      <a:schemeClr val="tx1">
                                        <a:lumMod val="65000"/>
                                        <a:lumOff val="35000"/>
                                      </a:schemeClr>
                                    </a:solidFill>
                                    <a:latin typeface="Cambria Math" panose="02040503050406030204" pitchFamily="18" charset="0"/>
                                  </a:rPr>
                                  <m:t>𝑝</m:t>
                                </m:r>
                              </m:sub>
                            </m:sSub>
                          </m:sub>
                        </m:sSub>
                        <m:r>
                          <a:rPr lang="en-US" sz="1200" i="1" dirty="0">
                            <a:solidFill>
                              <a:schemeClr val="tx1">
                                <a:lumMod val="65000"/>
                                <a:lumOff val="35000"/>
                              </a:schemeClr>
                            </a:solidFill>
                            <a:latin typeface="Cambria Math" panose="02040503050406030204" pitchFamily="18" charset="0"/>
                          </a:rPr>
                          <m:t>𝐺</m:t>
                        </m:r>
                      </m:oMath>
                    </m:oMathPara>
                  </a14:m>
                  <a:endParaRPr lang="en-US" sz="1200" dirty="0">
                    <a:solidFill>
                      <a:schemeClr val="tx1">
                        <a:lumMod val="65000"/>
                        <a:lumOff val="35000"/>
                      </a:schemeClr>
                    </a:solidFill>
                  </a:endParaRPr>
                </a:p>
              </p:txBody>
            </p:sp>
          </mc:Choice>
          <mc:Fallback xmlns="">
            <p:sp>
              <p:nvSpPr>
                <p:cNvPr id="120" name="TextBox 119">
                  <a:extLst>
                    <a:ext uri="{FF2B5EF4-FFF2-40B4-BE49-F238E27FC236}">
                      <a16:creationId xmlns:a16="http://schemas.microsoft.com/office/drawing/2014/main" id="{39BA2BCA-9FE6-CDFA-D34D-F74B511D3A7B}"/>
                    </a:ext>
                  </a:extLst>
                </p:cNvPr>
                <p:cNvSpPr txBox="1">
                  <a:spLocks noRot="1" noChangeAspect="1" noMove="1" noResize="1" noEditPoints="1" noAdjustHandles="1" noChangeArrowheads="1" noChangeShapeType="1" noTextEdit="1"/>
                </p:cNvSpPr>
                <p:nvPr/>
              </p:nvSpPr>
              <p:spPr>
                <a:xfrm>
                  <a:off x="7322876" y="3245723"/>
                  <a:ext cx="585610" cy="312073"/>
                </a:xfrm>
                <a:prstGeom prst="rect">
                  <a:avLst/>
                </a:prstGeom>
                <a:blipFill>
                  <a:blip r:embed="rId5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5BF267D8-CF18-AB22-2CFD-F454F787CA39}"/>
                    </a:ext>
                  </a:extLst>
                </p:cNvPr>
                <p:cNvSpPr txBox="1"/>
                <p:nvPr/>
              </p:nvSpPr>
              <p:spPr>
                <a:xfrm>
                  <a:off x="7322876" y="3968768"/>
                  <a:ext cx="589970" cy="2937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i="1" dirty="0" smtClean="0">
                                <a:solidFill>
                                  <a:schemeClr val="tx1">
                                    <a:lumMod val="65000"/>
                                    <a:lumOff val="35000"/>
                                  </a:schemeClr>
                                </a:solidFill>
                                <a:latin typeface="Cambria Math" panose="02040503050406030204" pitchFamily="18" charset="0"/>
                              </a:rPr>
                            </m:ctrlPr>
                          </m:sSubPr>
                          <m:e>
                            <m:r>
                              <a:rPr lang="en-US" sz="1200" i="1" dirty="0">
                                <a:solidFill>
                                  <a:schemeClr val="tx1">
                                    <a:lumMod val="65000"/>
                                    <a:lumOff val="35000"/>
                                  </a:schemeClr>
                                </a:solidFill>
                                <a:latin typeface="Cambria Math" panose="02040503050406030204" pitchFamily="18" charset="0"/>
                              </a:rPr>
                              <m:t>𝑚</m:t>
                            </m:r>
                          </m:e>
                          <m:sub>
                            <m:sSub>
                              <m:sSubPr>
                                <m:ctrlPr>
                                  <a:rPr lang="en-US" sz="1200" b="0" i="1" dirty="0" smtClean="0">
                                    <a:solidFill>
                                      <a:schemeClr val="tx1">
                                        <a:lumMod val="65000"/>
                                        <a:lumOff val="35000"/>
                                      </a:schemeClr>
                                    </a:solidFill>
                                    <a:latin typeface="Cambria Math" panose="02040503050406030204" pitchFamily="18" charset="0"/>
                                  </a:rPr>
                                </m:ctrlPr>
                              </m:sSubPr>
                              <m:e>
                                <m:r>
                                  <a:rPr lang="en-US" sz="1200" b="0" i="1" dirty="0" smtClean="0">
                                    <a:solidFill>
                                      <a:schemeClr val="tx1">
                                        <a:lumMod val="65000"/>
                                        <a:lumOff val="35000"/>
                                      </a:schemeClr>
                                    </a:solidFill>
                                    <a:latin typeface="Cambria Math" panose="02040503050406030204" pitchFamily="18" charset="0"/>
                                  </a:rPr>
                                  <m:t>𝐶</m:t>
                                </m:r>
                              </m:e>
                              <m:sub>
                                <m:r>
                                  <a:rPr lang="en-US" sz="1200" b="0" i="1" dirty="0" smtClean="0">
                                    <a:solidFill>
                                      <a:schemeClr val="tx1">
                                        <a:lumMod val="65000"/>
                                        <a:lumOff val="35000"/>
                                      </a:schemeClr>
                                    </a:solidFill>
                                    <a:latin typeface="Cambria Math" panose="02040503050406030204" pitchFamily="18" charset="0"/>
                                  </a:rPr>
                                  <m:t>𝑛</m:t>
                                </m:r>
                              </m:sub>
                            </m:sSub>
                          </m:sub>
                        </m:sSub>
                        <m:r>
                          <a:rPr lang="en-US" sz="1200" i="1" dirty="0">
                            <a:solidFill>
                              <a:schemeClr val="tx1">
                                <a:lumMod val="65000"/>
                                <a:lumOff val="35000"/>
                              </a:schemeClr>
                            </a:solidFill>
                            <a:latin typeface="Cambria Math" panose="02040503050406030204" pitchFamily="18" charset="0"/>
                          </a:rPr>
                          <m:t>𝐺</m:t>
                        </m:r>
                      </m:oMath>
                    </m:oMathPara>
                  </a14:m>
                  <a:endParaRPr lang="en-US" sz="1200" dirty="0">
                    <a:solidFill>
                      <a:schemeClr val="tx1">
                        <a:lumMod val="65000"/>
                        <a:lumOff val="35000"/>
                      </a:schemeClr>
                    </a:solidFill>
                  </a:endParaRPr>
                </a:p>
              </p:txBody>
            </p:sp>
          </mc:Choice>
          <mc:Fallback xmlns="">
            <p:sp>
              <p:nvSpPr>
                <p:cNvPr id="121" name="TextBox 120">
                  <a:extLst>
                    <a:ext uri="{FF2B5EF4-FFF2-40B4-BE49-F238E27FC236}">
                      <a16:creationId xmlns:a16="http://schemas.microsoft.com/office/drawing/2014/main" id="{5BF267D8-CF18-AB22-2CFD-F454F787CA39}"/>
                    </a:ext>
                  </a:extLst>
                </p:cNvPr>
                <p:cNvSpPr txBox="1">
                  <a:spLocks noRot="1" noChangeAspect="1" noMove="1" noResize="1" noEditPoints="1" noAdjustHandles="1" noChangeArrowheads="1" noChangeShapeType="1" noTextEdit="1"/>
                </p:cNvSpPr>
                <p:nvPr/>
              </p:nvSpPr>
              <p:spPr>
                <a:xfrm>
                  <a:off x="7322876" y="3968768"/>
                  <a:ext cx="589970" cy="293798"/>
                </a:xfrm>
                <a:prstGeom prst="rect">
                  <a:avLst/>
                </a:prstGeom>
                <a:blipFill>
                  <a:blip r:embed="rId55"/>
                  <a:stretch>
                    <a:fillRect/>
                  </a:stretch>
                </a:blipFill>
              </p:spPr>
              <p:txBody>
                <a:bodyPr/>
                <a:lstStyle/>
                <a:p>
                  <a:r>
                    <a:rPr lang="en-US">
                      <a:noFill/>
                    </a:rPr>
                    <a:t> </a:t>
                  </a:r>
                </a:p>
              </p:txBody>
            </p:sp>
          </mc:Fallback>
        </mc:AlternateContent>
        <p:cxnSp>
          <p:nvCxnSpPr>
            <p:cNvPr id="131" name="Straight Arrow Connector 130">
              <a:extLst>
                <a:ext uri="{FF2B5EF4-FFF2-40B4-BE49-F238E27FC236}">
                  <a16:creationId xmlns:a16="http://schemas.microsoft.com/office/drawing/2014/main" id="{2DF2F4EC-FFEC-2DCE-34E7-A9111725E30A}"/>
                </a:ext>
              </a:extLst>
            </p:cNvPr>
            <p:cNvCxnSpPr>
              <a:cxnSpLocks/>
              <a:stCxn id="24" idx="0"/>
              <a:endCxn id="18" idx="2"/>
            </p:cNvCxnSpPr>
            <p:nvPr/>
          </p:nvCxnSpPr>
          <p:spPr>
            <a:xfrm flipH="1" flipV="1">
              <a:off x="9134331" y="1276703"/>
              <a:ext cx="1021" cy="75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 name="Group 5">
              <a:extLst>
                <a:ext uri="{FF2B5EF4-FFF2-40B4-BE49-F238E27FC236}">
                  <a16:creationId xmlns:a16="http://schemas.microsoft.com/office/drawing/2014/main" id="{41B6B19F-2A12-35D2-D951-21D0C7093B67}"/>
                </a:ext>
              </a:extLst>
            </p:cNvPr>
            <p:cNvGrpSpPr/>
            <p:nvPr/>
          </p:nvGrpSpPr>
          <p:grpSpPr>
            <a:xfrm>
              <a:off x="1729135" y="873440"/>
              <a:ext cx="3049642" cy="1635362"/>
              <a:chOff x="1766274" y="873440"/>
              <a:chExt cx="3049642" cy="1635362"/>
            </a:xfrm>
          </p:grpSpPr>
          <p:pic>
            <p:nvPicPr>
              <p:cNvPr id="16" name="Picture 15" descr="Chart, histogram&#10;&#10;Description automatically generated">
                <a:extLst>
                  <a:ext uri="{FF2B5EF4-FFF2-40B4-BE49-F238E27FC236}">
                    <a16:creationId xmlns:a16="http://schemas.microsoft.com/office/drawing/2014/main" id="{E1F7F9E1-0AA2-F0AC-C361-2E69D2FD59C3}"/>
                  </a:ext>
                </a:extLst>
              </p:cNvPr>
              <p:cNvPicPr>
                <a:picLocks noChangeAspect="1"/>
              </p:cNvPicPr>
              <p:nvPr/>
            </p:nvPicPr>
            <p:blipFill>
              <a:blip r:embed="rId56">
                <a:extLst>
                  <a:ext uri="{28A0092B-C50C-407E-A947-70E740481C1C}">
                    <a14:useLocalDpi xmlns:a14="http://schemas.microsoft.com/office/drawing/2010/main" val="0"/>
                  </a:ext>
                </a:extLst>
              </a:blip>
              <a:stretch>
                <a:fillRect/>
              </a:stretch>
            </p:blipFill>
            <p:spPr>
              <a:xfrm>
                <a:off x="1766274" y="983981"/>
                <a:ext cx="3049642" cy="1524821"/>
              </a:xfrm>
              <a:prstGeom prst="rect">
                <a:avLst/>
              </a:prstGeom>
            </p:spPr>
          </p:pic>
          <p:sp>
            <p:nvSpPr>
              <p:cNvPr id="19" name="TextBox 18">
                <a:extLst>
                  <a:ext uri="{FF2B5EF4-FFF2-40B4-BE49-F238E27FC236}">
                    <a16:creationId xmlns:a16="http://schemas.microsoft.com/office/drawing/2014/main" id="{48715C34-EA45-ABD8-A7FE-6F08BA8301DF}"/>
                  </a:ext>
                </a:extLst>
              </p:cNvPr>
              <p:cNvSpPr txBox="1"/>
              <p:nvPr/>
            </p:nvSpPr>
            <p:spPr>
              <a:xfrm rot="16200000">
                <a:off x="1886989" y="1034419"/>
                <a:ext cx="552789" cy="230832"/>
              </a:xfrm>
              <a:prstGeom prst="rect">
                <a:avLst/>
              </a:prstGeom>
              <a:noFill/>
            </p:spPr>
            <p:txBody>
              <a:bodyPr wrap="square">
                <a:spAutoFit/>
              </a:bodyPr>
              <a:lstStyle/>
              <a:p>
                <a:pPr algn="ctr"/>
                <a:r>
                  <a:rPr lang="en-US" sz="900" dirty="0">
                    <a:latin typeface="Calibri" panose="020F0502020204030204" pitchFamily="34" charset="0"/>
                    <a:ea typeface="Calibri" panose="020F0502020204030204" pitchFamily="34" charset="0"/>
                    <a:cs typeface="Arial" panose="020B0604020202020204" pitchFamily="34" charset="0"/>
                  </a:rPr>
                  <a:t>Alkyl C</a:t>
                </a:r>
              </a:p>
            </p:txBody>
          </p:sp>
          <p:sp>
            <p:nvSpPr>
              <p:cNvPr id="21" name="TextBox 20">
                <a:extLst>
                  <a:ext uri="{FF2B5EF4-FFF2-40B4-BE49-F238E27FC236}">
                    <a16:creationId xmlns:a16="http://schemas.microsoft.com/office/drawing/2014/main" id="{A5057671-7F0E-B0E7-6F07-FD9A54AE0569}"/>
                  </a:ext>
                </a:extLst>
              </p:cNvPr>
              <p:cNvSpPr txBox="1"/>
              <p:nvPr/>
            </p:nvSpPr>
            <p:spPr>
              <a:xfrm rot="16200000">
                <a:off x="2253053" y="1068713"/>
                <a:ext cx="621376" cy="230832"/>
              </a:xfrm>
              <a:prstGeom prst="rect">
                <a:avLst/>
              </a:prstGeom>
              <a:noFill/>
            </p:spPr>
            <p:txBody>
              <a:bodyPr wrap="square">
                <a:spAutoFit/>
              </a:bodyPr>
              <a:lstStyle/>
              <a:p>
                <a:pPr algn="ctr"/>
                <a:r>
                  <a:rPr lang="en-US" sz="900" dirty="0">
                    <a:latin typeface="Calibri" panose="020F0502020204030204" pitchFamily="34" charset="0"/>
                    <a:ea typeface="Calibri" panose="020F0502020204030204" pitchFamily="34" charset="0"/>
                    <a:cs typeface="Arial" panose="020B0604020202020204" pitchFamily="34" charset="0"/>
                  </a:rPr>
                  <a:t>Methoxy</a:t>
                </a:r>
                <a:endParaRPr lang="en-US" sz="900" dirty="0"/>
              </a:p>
            </p:txBody>
          </p:sp>
          <p:sp>
            <p:nvSpPr>
              <p:cNvPr id="22" name="TextBox 21">
                <a:extLst>
                  <a:ext uri="{FF2B5EF4-FFF2-40B4-BE49-F238E27FC236}">
                    <a16:creationId xmlns:a16="http://schemas.microsoft.com/office/drawing/2014/main" id="{F046A7C4-12FB-E837-DCA7-20650C10151A}"/>
                  </a:ext>
                </a:extLst>
              </p:cNvPr>
              <p:cNvSpPr txBox="1"/>
              <p:nvPr/>
            </p:nvSpPr>
            <p:spPr>
              <a:xfrm rot="16200000">
                <a:off x="2647913" y="1091115"/>
                <a:ext cx="666180" cy="230832"/>
              </a:xfrm>
              <a:prstGeom prst="rect">
                <a:avLst/>
              </a:prstGeom>
              <a:noFill/>
            </p:spPr>
            <p:txBody>
              <a:bodyPr wrap="square">
                <a:spAutoFit/>
              </a:bodyPr>
              <a:lstStyle/>
              <a:p>
                <a:pPr algn="ctr"/>
                <a:r>
                  <a:rPr lang="en-US" sz="900" dirty="0">
                    <a:latin typeface="Calibri" panose="020F0502020204030204" pitchFamily="34" charset="0"/>
                    <a:ea typeface="Calibri" panose="020F0502020204030204" pitchFamily="34" charset="0"/>
                    <a:cs typeface="Arial" panose="020B0604020202020204" pitchFamily="34" charset="0"/>
                  </a:rPr>
                  <a:t>di-O-alkyl</a:t>
                </a:r>
                <a:endParaRPr lang="en-US" sz="900" dirty="0"/>
              </a:p>
            </p:txBody>
          </p:sp>
          <p:sp>
            <p:nvSpPr>
              <p:cNvPr id="23" name="TextBox 22">
                <a:extLst>
                  <a:ext uri="{FF2B5EF4-FFF2-40B4-BE49-F238E27FC236}">
                    <a16:creationId xmlns:a16="http://schemas.microsoft.com/office/drawing/2014/main" id="{550D0759-8ECB-D4C8-0449-5098DC103B62}"/>
                  </a:ext>
                </a:extLst>
              </p:cNvPr>
              <p:cNvSpPr txBox="1"/>
              <p:nvPr/>
            </p:nvSpPr>
            <p:spPr>
              <a:xfrm rot="16200000">
                <a:off x="2916371" y="1068712"/>
                <a:ext cx="621376" cy="230832"/>
              </a:xfrm>
              <a:prstGeom prst="rect">
                <a:avLst/>
              </a:prstGeom>
              <a:noFill/>
            </p:spPr>
            <p:txBody>
              <a:bodyPr wrap="square">
                <a:spAutoFit/>
              </a:bodyPr>
              <a:lstStyle/>
              <a:p>
                <a:pPr algn="ctr"/>
                <a:r>
                  <a:rPr lang="en-US" sz="900" dirty="0">
                    <a:latin typeface="Calibri" panose="020F0502020204030204" pitchFamily="34" charset="0"/>
                    <a:ea typeface="Calibri" panose="020F0502020204030204" pitchFamily="34" charset="0"/>
                    <a:cs typeface="Arial" panose="020B0604020202020204" pitchFamily="34" charset="0"/>
                  </a:rPr>
                  <a:t>O-alkyl</a:t>
                </a:r>
              </a:p>
            </p:txBody>
          </p:sp>
          <p:sp>
            <p:nvSpPr>
              <p:cNvPr id="26" name="TextBox 25">
                <a:extLst>
                  <a:ext uri="{FF2B5EF4-FFF2-40B4-BE49-F238E27FC236}">
                    <a16:creationId xmlns:a16="http://schemas.microsoft.com/office/drawing/2014/main" id="{4BA68037-CCD7-39DA-C146-4CC25C683F81}"/>
                  </a:ext>
                </a:extLst>
              </p:cNvPr>
              <p:cNvSpPr txBox="1"/>
              <p:nvPr/>
            </p:nvSpPr>
            <p:spPr>
              <a:xfrm rot="16200000">
                <a:off x="3253100" y="1068712"/>
                <a:ext cx="621376" cy="230832"/>
              </a:xfrm>
              <a:prstGeom prst="rect">
                <a:avLst/>
              </a:prstGeom>
              <a:noFill/>
            </p:spPr>
            <p:txBody>
              <a:bodyPr wrap="square">
                <a:spAutoFit/>
              </a:bodyPr>
              <a:lstStyle/>
              <a:p>
                <a:pPr algn="ctr"/>
                <a:r>
                  <a:rPr lang="en-US" sz="900" dirty="0">
                    <a:latin typeface="Calibri" panose="020F0502020204030204" pitchFamily="34" charset="0"/>
                    <a:ea typeface="Calibri" panose="020F0502020204030204" pitchFamily="34" charset="0"/>
                    <a:cs typeface="Arial" panose="020B0604020202020204" pitchFamily="34" charset="0"/>
                  </a:rPr>
                  <a:t>Aromatic</a:t>
                </a:r>
              </a:p>
            </p:txBody>
          </p:sp>
          <p:sp>
            <p:nvSpPr>
              <p:cNvPr id="27" name="TextBox 26">
                <a:extLst>
                  <a:ext uri="{FF2B5EF4-FFF2-40B4-BE49-F238E27FC236}">
                    <a16:creationId xmlns:a16="http://schemas.microsoft.com/office/drawing/2014/main" id="{F6CBA4C2-54C8-EFC1-36AA-B58CA8392F90}"/>
                  </a:ext>
                </a:extLst>
              </p:cNvPr>
              <p:cNvSpPr txBox="1"/>
              <p:nvPr/>
            </p:nvSpPr>
            <p:spPr>
              <a:xfrm rot="16200000">
                <a:off x="3644028" y="1068712"/>
                <a:ext cx="621376" cy="230832"/>
              </a:xfrm>
              <a:prstGeom prst="rect">
                <a:avLst/>
              </a:prstGeom>
              <a:noFill/>
            </p:spPr>
            <p:txBody>
              <a:bodyPr wrap="square">
                <a:spAutoFit/>
              </a:bodyPr>
              <a:lstStyle/>
              <a:p>
                <a:pPr algn="ctr"/>
                <a:r>
                  <a:rPr lang="en-US" sz="900" dirty="0">
                    <a:latin typeface="Calibri" panose="020F0502020204030204" pitchFamily="34" charset="0"/>
                    <a:ea typeface="Calibri" panose="020F0502020204030204" pitchFamily="34" charset="0"/>
                    <a:cs typeface="Arial" panose="020B0604020202020204" pitchFamily="34" charset="0"/>
                  </a:rPr>
                  <a:t>Phenolic</a:t>
                </a:r>
              </a:p>
            </p:txBody>
          </p:sp>
          <p:sp>
            <p:nvSpPr>
              <p:cNvPr id="28" name="TextBox 27">
                <a:extLst>
                  <a:ext uri="{FF2B5EF4-FFF2-40B4-BE49-F238E27FC236}">
                    <a16:creationId xmlns:a16="http://schemas.microsoft.com/office/drawing/2014/main" id="{977B3980-F31D-B793-79E2-61C423D7CA3F}"/>
                  </a:ext>
                </a:extLst>
              </p:cNvPr>
              <p:cNvSpPr txBox="1"/>
              <p:nvPr/>
            </p:nvSpPr>
            <p:spPr>
              <a:xfrm rot="16200000">
                <a:off x="4028537" y="1057998"/>
                <a:ext cx="599947" cy="230832"/>
              </a:xfrm>
              <a:prstGeom prst="rect">
                <a:avLst/>
              </a:prstGeom>
              <a:noFill/>
            </p:spPr>
            <p:txBody>
              <a:bodyPr wrap="square">
                <a:spAutoFit/>
              </a:bodyPr>
              <a:lstStyle/>
              <a:p>
                <a:pPr algn="ctr"/>
                <a:r>
                  <a:rPr lang="en-US" sz="900" dirty="0">
                    <a:latin typeface="Calibri" panose="020F0502020204030204" pitchFamily="34" charset="0"/>
                    <a:ea typeface="Calibri" panose="020F0502020204030204" pitchFamily="34" charset="0"/>
                    <a:cs typeface="Arial" panose="020B0604020202020204" pitchFamily="34" charset="0"/>
                  </a:rPr>
                  <a:t>Carbonyl</a:t>
                </a:r>
              </a:p>
            </p:txBody>
          </p:sp>
        </p:gr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ED9ED3DE-53C4-F2CA-2807-1F2168107A4A}"/>
                    </a:ext>
                  </a:extLst>
                </p:cNvPr>
                <p:cNvSpPr/>
                <p:nvPr/>
              </p:nvSpPr>
              <p:spPr>
                <a:xfrm>
                  <a:off x="1820156" y="2770850"/>
                  <a:ext cx="2867600" cy="64225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a:t>Molecular mixing model</a:t>
                  </a:r>
                </a:p>
                <a:p>
                  <a:pPr algn="ctr"/>
                  <a14:m>
                    <m:oMathPara xmlns:m="http://schemas.openxmlformats.org/officeDocument/2006/math">
                      <m:oMathParaPr>
                        <m:jc m:val="centerGroup"/>
                      </m:oMathParaPr>
                      <m:oMath xmlns:m="http://schemas.openxmlformats.org/officeDocument/2006/math">
                        <m:sSub>
                          <m:sSubPr>
                            <m:ctrlPr>
                              <a:rPr lang="en-US" sz="1200" i="1">
                                <a:latin typeface="Cambria Math" panose="02040503050406030204" pitchFamily="18" charset="0"/>
                              </a:rPr>
                            </m:ctrlPr>
                          </m:sSubPr>
                          <m:e>
                            <m:sSub>
                              <m:sSubPr>
                                <m:ctrlPr>
                                  <a:rPr lang="en-US" sz="1200" i="1">
                                    <a:solidFill>
                                      <a:srgbClr val="836967"/>
                                    </a:solidFill>
                                    <a:latin typeface="Cambria Math" panose="02040503050406030204" pitchFamily="18" charset="0"/>
                                  </a:rPr>
                                </m:ctrlPr>
                              </m:sSubPr>
                              <m:e>
                                <m:r>
                                  <a:rPr lang="en-US" sz="1200" i="1">
                                    <a:latin typeface="Cambria Math" panose="02040503050406030204" pitchFamily="18" charset="0"/>
                                  </a:rPr>
                                  <m:t>𝑁𝑀𝑅</m:t>
                                </m:r>
                              </m:e>
                              <m:sub>
                                <m:r>
                                  <a:rPr lang="en-US" sz="1200" i="1">
                                    <a:latin typeface="Cambria Math" panose="02040503050406030204" pitchFamily="18" charset="0"/>
                                  </a:rPr>
                                  <m:t>𝑂𝐶</m:t>
                                </m:r>
                              </m:sub>
                            </m:sSub>
                          </m:e>
                          <m:sub>
                            <m:d>
                              <m:dPr>
                                <m:begChr m:val="["/>
                                <m:endChr m:val="]"/>
                                <m:ctrlPr>
                                  <a:rPr lang="en-US" sz="1200" i="1">
                                    <a:latin typeface="Cambria Math" panose="02040503050406030204" pitchFamily="18" charset="0"/>
                                  </a:rPr>
                                </m:ctrlPr>
                              </m:dPr>
                              <m:e>
                                <m:r>
                                  <a:rPr lang="en-US" sz="1200" i="1">
                                    <a:latin typeface="Cambria Math" panose="02040503050406030204" pitchFamily="18" charset="0"/>
                                    <a:ea typeface="Calibri" panose="020F0502020204030204" pitchFamily="34" charset="0"/>
                                    <a:cs typeface="Arial" panose="020B0604020202020204" pitchFamily="34" charset="0"/>
                                  </a:rPr>
                                  <m:t>7×5 </m:t>
                                </m:r>
                              </m:e>
                            </m:d>
                          </m:sub>
                        </m:sSub>
                        <m:r>
                          <a:rPr lang="en-US" sz="1200" i="1">
                            <a:latin typeface="Cambria Math" panose="02040503050406030204" pitchFamily="18" charset="0"/>
                            <a:ea typeface="Calibri" panose="020F0502020204030204" pitchFamily="34" charset="0"/>
                            <a:cs typeface="Arial" panose="020B0604020202020204" pitchFamily="34" charset="0"/>
                          </a:rPr>
                          <m:t>×</m:t>
                        </m:r>
                        <m:sSub>
                          <m:sSubPr>
                            <m:ctrlPr>
                              <a:rPr lang="en-US" sz="1200" i="1">
                                <a:latin typeface="Cambria Math" panose="02040503050406030204" pitchFamily="18" charset="0"/>
                              </a:rPr>
                            </m:ctrlPr>
                          </m:sSubPr>
                          <m:e>
                            <m:r>
                              <a:rPr lang="en-US" sz="1200" i="1">
                                <a:latin typeface="Cambria Math" panose="02040503050406030204" pitchFamily="18" charset="0"/>
                                <a:ea typeface="Calibri" panose="020F0502020204030204" pitchFamily="34" charset="0"/>
                                <a:cs typeface="Arial" panose="020B0604020202020204" pitchFamily="34" charset="0"/>
                              </a:rPr>
                              <m:t>𝑥</m:t>
                            </m:r>
                          </m:e>
                          <m:sub>
                            <m:d>
                              <m:dPr>
                                <m:begChr m:val="["/>
                                <m:endChr m:val="]"/>
                                <m:ctrlPr>
                                  <a:rPr lang="en-US" sz="1200" i="1">
                                    <a:latin typeface="Cambria Math" panose="02040503050406030204" pitchFamily="18" charset="0"/>
                                  </a:rPr>
                                </m:ctrlPr>
                              </m:dPr>
                              <m:e>
                                <m:r>
                                  <a:rPr lang="en-US" sz="1200" i="1">
                                    <a:latin typeface="Cambria Math" panose="02040503050406030204" pitchFamily="18" charset="0"/>
                                    <a:ea typeface="Calibri" panose="020F0502020204030204" pitchFamily="34" charset="0"/>
                                    <a:cs typeface="Arial" panose="020B0604020202020204" pitchFamily="34" charset="0"/>
                                  </a:rPr>
                                  <m:t>5×1 </m:t>
                                </m:r>
                              </m:e>
                            </m:d>
                          </m:sub>
                        </m:sSub>
                        <m:r>
                          <a:rPr lang="en-US" sz="1200" i="1">
                            <a:latin typeface="Cambria Math" panose="02040503050406030204" pitchFamily="18" charset="0"/>
                            <a:ea typeface="Calibri" panose="020F0502020204030204" pitchFamily="34" charset="0"/>
                            <a:cs typeface="Arial" panose="020B0604020202020204" pitchFamily="34" charset="0"/>
                          </a:rPr>
                          <m:t>=</m:t>
                        </m:r>
                        <m:r>
                          <a:rPr lang="en-US" sz="1200" i="1">
                            <a:latin typeface="Cambria Math" panose="02040503050406030204" pitchFamily="18" charset="0"/>
                            <a:ea typeface="Calibri" panose="020F0502020204030204" pitchFamily="34" charset="0"/>
                            <a:cs typeface="Arial" panose="020B0604020202020204" pitchFamily="34" charset="0"/>
                          </a:rPr>
                          <m:t>𝑁𝑀</m:t>
                        </m:r>
                        <m:sSub>
                          <m:sSubPr>
                            <m:ctrlPr>
                              <a:rPr lang="en-US" sz="1200" i="1">
                                <a:latin typeface="Cambria Math" panose="02040503050406030204" pitchFamily="18" charset="0"/>
                              </a:rPr>
                            </m:ctrlPr>
                          </m:sSubPr>
                          <m:e>
                            <m:sSub>
                              <m:sSubPr>
                                <m:ctrlPr>
                                  <a:rPr lang="en-US" sz="1200" b="0" i="1" smtClean="0">
                                    <a:latin typeface="Cambria Math" panose="02040503050406030204" pitchFamily="18" charset="0"/>
                                    <a:ea typeface="Calibri" panose="020F0502020204030204" pitchFamily="34" charset="0"/>
                                    <a:cs typeface="Arial" panose="020B0604020202020204" pitchFamily="34" charset="0"/>
                                  </a:rPr>
                                </m:ctrlPr>
                              </m:sSubPr>
                              <m:e>
                                <m:r>
                                  <a:rPr lang="en-US" sz="1200" i="1">
                                    <a:latin typeface="Cambria Math" panose="02040503050406030204" pitchFamily="18" charset="0"/>
                                    <a:ea typeface="Calibri" panose="020F0502020204030204" pitchFamily="34" charset="0"/>
                                    <a:cs typeface="Arial" panose="020B0604020202020204" pitchFamily="34" charset="0"/>
                                  </a:rPr>
                                  <m:t>𝑅</m:t>
                                </m:r>
                              </m:e>
                              <m:sub>
                                <m:r>
                                  <a:rPr lang="en-US" sz="1200" i="1">
                                    <a:latin typeface="Cambria Math" panose="02040503050406030204" pitchFamily="18" charset="0"/>
                                  </a:rPr>
                                  <m:t>𝐿𝑖𝑡𝑡𝑒𝑟</m:t>
                                </m:r>
                              </m:sub>
                            </m:sSub>
                          </m:e>
                          <m:sub>
                            <m:d>
                              <m:dPr>
                                <m:begChr m:val="["/>
                                <m:endChr m:val="]"/>
                                <m:ctrlPr>
                                  <a:rPr lang="en-US" sz="1200" i="1">
                                    <a:latin typeface="Cambria Math" panose="02040503050406030204" pitchFamily="18" charset="0"/>
                                  </a:rPr>
                                </m:ctrlPr>
                              </m:dPr>
                              <m:e>
                                <m:r>
                                  <a:rPr lang="en-US" sz="1200" i="1">
                                    <a:latin typeface="Cambria Math" panose="02040503050406030204" pitchFamily="18" charset="0"/>
                                    <a:ea typeface="Calibri" panose="020F0502020204030204" pitchFamily="34" charset="0"/>
                                    <a:cs typeface="Arial" panose="020B0604020202020204" pitchFamily="34" charset="0"/>
                                  </a:rPr>
                                  <m:t>7×1</m:t>
                                </m:r>
                              </m:e>
                            </m:d>
                          </m:sub>
                        </m:sSub>
                      </m:oMath>
                    </m:oMathPara>
                  </a14:m>
                  <a:endParaRPr lang="en-US" sz="1200" dirty="0"/>
                </a:p>
              </p:txBody>
            </p:sp>
          </mc:Choice>
          <mc:Fallback xmlns="">
            <p:sp>
              <p:nvSpPr>
                <p:cNvPr id="30" name="Rectangle 29">
                  <a:extLst>
                    <a:ext uri="{FF2B5EF4-FFF2-40B4-BE49-F238E27FC236}">
                      <a16:creationId xmlns:a16="http://schemas.microsoft.com/office/drawing/2014/main" id="{ED9ED3DE-53C4-F2CA-2807-1F2168107A4A}"/>
                    </a:ext>
                  </a:extLst>
                </p:cNvPr>
                <p:cNvSpPr>
                  <a:spLocks noRot="1" noChangeAspect="1" noMove="1" noResize="1" noEditPoints="1" noAdjustHandles="1" noChangeArrowheads="1" noChangeShapeType="1" noTextEdit="1"/>
                </p:cNvSpPr>
                <p:nvPr/>
              </p:nvSpPr>
              <p:spPr>
                <a:xfrm>
                  <a:off x="1820156" y="2770850"/>
                  <a:ext cx="2867600" cy="642253"/>
                </a:xfrm>
                <a:prstGeom prst="rect">
                  <a:avLst/>
                </a:prstGeom>
                <a:blipFill>
                  <a:blip r:embed="rId57"/>
                  <a:stretch>
                    <a:fillRect/>
                  </a:stretch>
                </a:blipFill>
              </p:spPr>
              <p:txBody>
                <a:bodyPr/>
                <a:lstStyle/>
                <a:p>
                  <a:r>
                    <a:rPr lang="en-US">
                      <a:noFill/>
                    </a:rPr>
                    <a:t> </a:t>
                  </a:r>
                </a:p>
              </p:txBody>
            </p:sp>
          </mc:Fallback>
        </mc:AlternateContent>
        <p:sp>
          <p:nvSpPr>
            <p:cNvPr id="58" name="Arrow: Down 57">
              <a:extLst>
                <a:ext uri="{FF2B5EF4-FFF2-40B4-BE49-F238E27FC236}">
                  <a16:creationId xmlns:a16="http://schemas.microsoft.com/office/drawing/2014/main" id="{F2E7A1D7-DD45-5500-2C2B-07BE3BB8603A}"/>
                </a:ext>
              </a:extLst>
            </p:cNvPr>
            <p:cNvSpPr/>
            <p:nvPr/>
          </p:nvSpPr>
          <p:spPr>
            <a:xfrm>
              <a:off x="2876210" y="2508802"/>
              <a:ext cx="755492" cy="2459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5F079647-E4ED-DE86-051F-1ABA1EEC29FD}"/>
                </a:ext>
              </a:extLst>
            </p:cNvPr>
            <p:cNvSpPr txBox="1"/>
            <p:nvPr/>
          </p:nvSpPr>
          <p:spPr>
            <a:xfrm>
              <a:off x="3024566" y="470551"/>
              <a:ext cx="458780" cy="369332"/>
            </a:xfrm>
            <a:prstGeom prst="rect">
              <a:avLst/>
            </a:prstGeom>
            <a:noFill/>
          </p:spPr>
          <p:txBody>
            <a:bodyPr wrap="none" rtlCol="0">
              <a:spAutoFit/>
            </a:bodyPr>
            <a:lstStyle/>
            <a:p>
              <a:r>
                <a:rPr lang="en-US" dirty="0"/>
                <a:t>(A)</a:t>
              </a:r>
            </a:p>
          </p:txBody>
        </p:sp>
        <p:sp>
          <p:nvSpPr>
            <p:cNvPr id="63" name="TextBox 62">
              <a:extLst>
                <a:ext uri="{FF2B5EF4-FFF2-40B4-BE49-F238E27FC236}">
                  <a16:creationId xmlns:a16="http://schemas.microsoft.com/office/drawing/2014/main" id="{91176853-38C9-7FA3-E8FF-B648C022DC7C}"/>
                </a:ext>
              </a:extLst>
            </p:cNvPr>
            <p:cNvSpPr txBox="1"/>
            <p:nvPr/>
          </p:nvSpPr>
          <p:spPr>
            <a:xfrm>
              <a:off x="7742170" y="470551"/>
              <a:ext cx="458780" cy="369332"/>
            </a:xfrm>
            <a:prstGeom prst="rect">
              <a:avLst/>
            </a:prstGeom>
            <a:noFill/>
          </p:spPr>
          <p:txBody>
            <a:bodyPr wrap="none" rtlCol="0">
              <a:spAutoFit/>
            </a:bodyPr>
            <a:lstStyle/>
            <a:p>
              <a:r>
                <a:rPr lang="en-US" dirty="0"/>
                <a:t>(B)</a:t>
              </a:r>
            </a:p>
          </p:txBody>
        </p:sp>
        <p:sp>
          <p:nvSpPr>
            <p:cNvPr id="43" name="TextBox 42">
              <a:extLst>
                <a:ext uri="{FF2B5EF4-FFF2-40B4-BE49-F238E27FC236}">
                  <a16:creationId xmlns:a16="http://schemas.microsoft.com/office/drawing/2014/main" id="{C5FEC625-45AB-C796-E397-4DB034CEF480}"/>
                </a:ext>
              </a:extLst>
            </p:cNvPr>
            <p:cNvSpPr txBox="1"/>
            <p:nvPr/>
          </p:nvSpPr>
          <p:spPr>
            <a:xfrm>
              <a:off x="10053613" y="1970670"/>
              <a:ext cx="308098" cy="369332"/>
            </a:xfrm>
            <a:prstGeom prst="rect">
              <a:avLst/>
            </a:prstGeom>
            <a:noFill/>
          </p:spPr>
          <p:txBody>
            <a:bodyPr wrap="none" rtlCol="0">
              <a:spAutoFit/>
            </a:bodyPr>
            <a:lstStyle/>
            <a:p>
              <a:r>
                <a:rPr lang="en-US" b="1" dirty="0"/>
                <a:t>C</a:t>
              </a:r>
            </a:p>
          </p:txBody>
        </p:sp>
        <p:sp>
          <p:nvSpPr>
            <p:cNvPr id="44" name="TextBox 43">
              <a:extLst>
                <a:ext uri="{FF2B5EF4-FFF2-40B4-BE49-F238E27FC236}">
                  <a16:creationId xmlns:a16="http://schemas.microsoft.com/office/drawing/2014/main" id="{CDB5CEA5-0AC0-091E-37EB-47FAEAE7B078}"/>
                </a:ext>
              </a:extLst>
            </p:cNvPr>
            <p:cNvSpPr txBox="1"/>
            <p:nvPr/>
          </p:nvSpPr>
          <p:spPr>
            <a:xfrm>
              <a:off x="10027965" y="2812497"/>
              <a:ext cx="333746" cy="369332"/>
            </a:xfrm>
            <a:prstGeom prst="rect">
              <a:avLst/>
            </a:prstGeom>
            <a:noFill/>
          </p:spPr>
          <p:txBody>
            <a:bodyPr wrap="none" rtlCol="0">
              <a:spAutoFit/>
            </a:bodyPr>
            <a:lstStyle/>
            <a:p>
              <a:r>
                <a:rPr lang="en-US" b="1" dirty="0"/>
                <a:t>N</a:t>
              </a:r>
            </a:p>
          </p:txBody>
        </p:sp>
        <p:sp>
          <p:nvSpPr>
            <p:cNvPr id="46" name="TextBox 45">
              <a:extLst>
                <a:ext uri="{FF2B5EF4-FFF2-40B4-BE49-F238E27FC236}">
                  <a16:creationId xmlns:a16="http://schemas.microsoft.com/office/drawing/2014/main" id="{648C51FC-EFCA-26A2-4F88-5F4D0504B44A}"/>
                </a:ext>
              </a:extLst>
            </p:cNvPr>
            <p:cNvSpPr txBox="1"/>
            <p:nvPr/>
          </p:nvSpPr>
          <p:spPr>
            <a:xfrm>
              <a:off x="9087746" y="1495508"/>
              <a:ext cx="458780" cy="307777"/>
            </a:xfrm>
            <a:prstGeom prst="rect">
              <a:avLst/>
            </a:prstGeom>
            <a:noFill/>
          </p:spPr>
          <p:txBody>
            <a:bodyPr wrap="none" rtlCol="0">
              <a:spAutoFit/>
            </a:bodyPr>
            <a:lstStyle/>
            <a:p>
              <a:r>
                <a:rPr lang="en-US" sz="1400" dirty="0"/>
                <a:t>CO</a:t>
              </a:r>
              <a:r>
                <a:rPr lang="en-US" sz="1400" baseline="-25000" dirty="0"/>
                <a:t>2</a:t>
              </a:r>
            </a:p>
          </p:txBody>
        </p:sp>
        <p:cxnSp>
          <p:nvCxnSpPr>
            <p:cNvPr id="7" name="Straight Arrow Connector 6">
              <a:extLst>
                <a:ext uri="{FF2B5EF4-FFF2-40B4-BE49-F238E27FC236}">
                  <a16:creationId xmlns:a16="http://schemas.microsoft.com/office/drawing/2014/main" id="{487C1032-0696-2F0F-F285-73FEAB6DE7EF}"/>
                </a:ext>
              </a:extLst>
            </p:cNvPr>
            <p:cNvCxnSpPr>
              <a:cxnSpLocks/>
              <a:stCxn id="24" idx="2"/>
              <a:endCxn id="25" idx="0"/>
            </p:cNvCxnSpPr>
            <p:nvPr/>
          </p:nvCxnSpPr>
          <p:spPr>
            <a:xfrm>
              <a:off x="9135352" y="2612485"/>
              <a:ext cx="1352" cy="10002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6F0A702E-7A5A-9191-F1E4-6DC7AB97EB7D}"/>
                    </a:ext>
                  </a:extLst>
                </p:cNvPr>
                <p:cNvSpPr txBox="1"/>
                <p:nvPr/>
              </p:nvSpPr>
              <p:spPr>
                <a:xfrm>
                  <a:off x="8134445" y="2235948"/>
                  <a:ext cx="1997293" cy="646331"/>
                </a:xfrm>
                <a:prstGeom prst="rect">
                  <a:avLst/>
                </a:prstGeom>
                <a:solidFill>
                  <a:schemeClr val="bg1">
                    <a:alpha val="70000"/>
                  </a:schemeClr>
                </a:solidFill>
              </p:spPr>
              <p:txBody>
                <a:bodyPr wrap="square">
                  <a:spAutoFit/>
                </a:bodyPr>
                <a:lstStyle/>
                <a:p>
                  <a:pPr algn="ctr"/>
                  <a:r>
                    <a:rPr lang="en-US" dirty="0">
                      <a:solidFill>
                        <a:schemeClr val="tx1"/>
                      </a:solidFill>
                    </a:rPr>
                    <a:t>Litter decomposers</a:t>
                  </a:r>
                </a:p>
                <a:p>
                  <a:pPr algn="ctr"/>
                  <a14:m>
                    <m:oMathPara xmlns:m="http://schemas.openxmlformats.org/officeDocument/2006/math">
                      <m:oMathParaPr>
                        <m:jc m:val="centerGroup"/>
                      </m:oMathParaPr>
                      <m:oMath xmlns:m="http://schemas.openxmlformats.org/officeDocument/2006/math">
                        <m:r>
                          <a:rPr lang="en-US" i="1" dirty="0">
                            <a:solidFill>
                              <a:schemeClr val="tx1"/>
                            </a:solidFill>
                            <a:latin typeface="Cambria Math" panose="02040503050406030204" pitchFamily="18" charset="0"/>
                          </a:rPr>
                          <m:t>𝐺</m:t>
                        </m:r>
                        <m:r>
                          <a:rPr lang="en-US" i="1" dirty="0">
                            <a:solidFill>
                              <a:schemeClr val="tx1"/>
                            </a:solidFill>
                            <a:latin typeface="Cambria Math" panose="02040503050406030204" pitchFamily="18" charset="0"/>
                          </a:rPr>
                          <m:t> = </m:t>
                        </m:r>
                        <m:r>
                          <a:rPr lang="en-US" i="1" dirty="0">
                            <a:solidFill>
                              <a:schemeClr val="tx1"/>
                            </a:solidFill>
                            <a:latin typeface="Cambria Math" panose="02040503050406030204" pitchFamily="18" charset="0"/>
                          </a:rPr>
                          <m:t>𝐶𝑈𝐸</m:t>
                        </m:r>
                        <m:r>
                          <a:rPr lang="en-US" i="1" dirty="0">
                            <a:solidFill>
                              <a:schemeClr val="tx1"/>
                            </a:solidFill>
                            <a:latin typeface="Cambria Math" panose="02040503050406030204" pitchFamily="18" charset="0"/>
                          </a:rPr>
                          <m:t>×∑</m:t>
                        </m:r>
                        <m:sSub>
                          <m:sSubPr>
                            <m:ctrlPr>
                              <a:rPr lang="en-US" i="1" dirty="0">
                                <a:solidFill>
                                  <a:schemeClr val="tx1"/>
                                </a:solidFill>
                                <a:latin typeface="Cambria Math" panose="02040503050406030204" pitchFamily="18" charset="0"/>
                              </a:rPr>
                            </m:ctrlPr>
                          </m:sSubPr>
                          <m:e>
                            <m:r>
                              <a:rPr lang="en-US" i="1" dirty="0">
                                <a:solidFill>
                                  <a:schemeClr val="tx1"/>
                                </a:solidFill>
                                <a:latin typeface="Cambria Math" panose="02040503050406030204" pitchFamily="18" charset="0"/>
                              </a:rPr>
                              <m:t>𝑈</m:t>
                            </m:r>
                          </m:e>
                          <m:sub>
                            <m:r>
                              <a:rPr lang="en-US" i="1" dirty="0">
                                <a:solidFill>
                                  <a:schemeClr val="tx1"/>
                                </a:solidFill>
                                <a:latin typeface="Cambria Math" panose="02040503050406030204" pitchFamily="18" charset="0"/>
                              </a:rPr>
                              <m:t>𝑖</m:t>
                            </m:r>
                          </m:sub>
                        </m:sSub>
                      </m:oMath>
                    </m:oMathPara>
                  </a14:m>
                  <a:endParaRPr lang="en-US" dirty="0">
                    <a:solidFill>
                      <a:schemeClr val="tx1"/>
                    </a:solidFill>
                  </a:endParaRPr>
                </a:p>
              </p:txBody>
            </p:sp>
          </mc:Choice>
          <mc:Fallback xmlns="">
            <p:sp>
              <p:nvSpPr>
                <p:cNvPr id="65" name="TextBox 64">
                  <a:extLst>
                    <a:ext uri="{FF2B5EF4-FFF2-40B4-BE49-F238E27FC236}">
                      <a16:creationId xmlns:a16="http://schemas.microsoft.com/office/drawing/2014/main" id="{6F0A702E-7A5A-9191-F1E4-6DC7AB97EB7D}"/>
                    </a:ext>
                  </a:extLst>
                </p:cNvPr>
                <p:cNvSpPr txBox="1">
                  <a:spLocks noRot="1" noChangeAspect="1" noMove="1" noResize="1" noEditPoints="1" noAdjustHandles="1" noChangeArrowheads="1" noChangeShapeType="1" noTextEdit="1"/>
                </p:cNvSpPr>
                <p:nvPr/>
              </p:nvSpPr>
              <p:spPr>
                <a:xfrm>
                  <a:off x="8134445" y="2235948"/>
                  <a:ext cx="1997293" cy="646331"/>
                </a:xfrm>
                <a:prstGeom prst="rect">
                  <a:avLst/>
                </a:prstGeom>
                <a:blipFill>
                  <a:blip r:embed="rId58"/>
                  <a:stretch>
                    <a:fillRect l="-2134" t="-5660" r="-2134" b="-6604"/>
                  </a:stretch>
                </a:blipFill>
              </p:spPr>
              <p:txBody>
                <a:bodyPr/>
                <a:lstStyle/>
                <a:p>
                  <a:r>
                    <a:rPr lang="en-US">
                      <a:noFill/>
                    </a:rPr>
                    <a:t> </a:t>
                  </a:r>
                </a:p>
              </p:txBody>
            </p:sp>
          </mc:Fallback>
        </mc:AlternateContent>
      </p:grpSp>
      <p:sp>
        <p:nvSpPr>
          <p:cNvPr id="8" name="TextBox 7">
            <a:extLst>
              <a:ext uri="{FF2B5EF4-FFF2-40B4-BE49-F238E27FC236}">
                <a16:creationId xmlns:a16="http://schemas.microsoft.com/office/drawing/2014/main" id="{F24190F1-0C4E-00BC-CB4F-8833208B69AD}"/>
              </a:ext>
            </a:extLst>
          </p:cNvPr>
          <p:cNvSpPr txBox="1"/>
          <p:nvPr/>
        </p:nvSpPr>
        <p:spPr>
          <a:xfrm>
            <a:off x="435346" y="153090"/>
            <a:ext cx="6096000" cy="400110"/>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Times New Roman" panose="02020603050405020304" pitchFamily="18" charset="0"/>
              </a:rPr>
              <a:t>Figure 1 </a:t>
            </a:r>
            <a:endParaRPr lang="en-US" sz="2000" dirty="0"/>
          </a:p>
        </p:txBody>
      </p:sp>
    </p:spTree>
    <p:extLst>
      <p:ext uri="{BB962C8B-B14F-4D97-AF65-F5344CB8AC3E}">
        <p14:creationId xmlns:p14="http://schemas.microsoft.com/office/powerpoint/2010/main" val="355393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54B25-3EB0-A17E-E6F5-035388A96D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71CB4C4-8ED5-81EE-8B95-498B99E9734E}"/>
              </a:ext>
            </a:extLst>
          </p:cNvPr>
          <p:cNvSpPr txBox="1"/>
          <p:nvPr/>
        </p:nvSpPr>
        <p:spPr>
          <a:xfrm>
            <a:off x="435346" y="153090"/>
            <a:ext cx="6096000" cy="400110"/>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Times New Roman" panose="02020603050405020304" pitchFamily="18" charset="0"/>
              </a:rPr>
              <a:t>Figure 2</a:t>
            </a:r>
            <a:endParaRPr lang="en-US" sz="2000" dirty="0"/>
          </a:p>
        </p:txBody>
      </p:sp>
      <p:pic>
        <p:nvPicPr>
          <p:cNvPr id="6" name="Graphic 5">
            <a:extLst>
              <a:ext uri="{FF2B5EF4-FFF2-40B4-BE49-F238E27FC236}">
                <a16:creationId xmlns:a16="http://schemas.microsoft.com/office/drawing/2014/main" id="{8F96F334-FD8F-9592-A990-A03CFB46BC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2474419"/>
            <a:ext cx="12210041" cy="2878999"/>
          </a:xfrm>
          <a:prstGeom prst="rect">
            <a:avLst/>
          </a:prstGeom>
        </p:spPr>
      </p:pic>
      <p:sp>
        <p:nvSpPr>
          <p:cNvPr id="7" name="TextBox 6">
            <a:extLst>
              <a:ext uri="{FF2B5EF4-FFF2-40B4-BE49-F238E27FC236}">
                <a16:creationId xmlns:a16="http://schemas.microsoft.com/office/drawing/2014/main" id="{7FC63153-9E32-3DA8-F23F-36C43B13DAF5}"/>
              </a:ext>
            </a:extLst>
          </p:cNvPr>
          <p:cNvSpPr txBox="1"/>
          <p:nvPr/>
        </p:nvSpPr>
        <p:spPr>
          <a:xfrm>
            <a:off x="2133731" y="3246571"/>
            <a:ext cx="606256" cy="307777"/>
          </a:xfrm>
          <a:prstGeom prst="rect">
            <a:avLst/>
          </a:prstGeom>
          <a:noFill/>
        </p:spPr>
        <p:txBody>
          <a:bodyPr wrap="none" rtlCol="0">
            <a:spAutoFit/>
          </a:bodyPr>
          <a:lstStyle/>
          <a:p>
            <a:r>
              <a:rPr lang="en-US" sz="1400" dirty="0"/>
              <a:t>NPNE</a:t>
            </a:r>
          </a:p>
        </p:txBody>
      </p:sp>
      <p:sp>
        <p:nvSpPr>
          <p:cNvPr id="8" name="TextBox 7">
            <a:extLst>
              <a:ext uri="{FF2B5EF4-FFF2-40B4-BE49-F238E27FC236}">
                <a16:creationId xmlns:a16="http://schemas.microsoft.com/office/drawing/2014/main" id="{BF10F847-0C14-DA85-008B-8EC61ABB0C00}"/>
              </a:ext>
            </a:extLst>
          </p:cNvPr>
          <p:cNvSpPr txBox="1"/>
          <p:nvPr/>
        </p:nvSpPr>
        <p:spPr>
          <a:xfrm>
            <a:off x="632667" y="4237898"/>
            <a:ext cx="1773819" cy="307777"/>
          </a:xfrm>
          <a:prstGeom prst="rect">
            <a:avLst/>
          </a:prstGeom>
          <a:noFill/>
        </p:spPr>
        <p:txBody>
          <a:bodyPr wrap="none" rtlCol="0">
            <a:spAutoFit/>
          </a:bodyPr>
          <a:lstStyle/>
          <a:p>
            <a:r>
              <a:rPr lang="en-US" sz="1400" dirty="0"/>
              <a:t>NPWE, PWOE, PWOV</a:t>
            </a:r>
          </a:p>
        </p:txBody>
      </p:sp>
      <p:cxnSp>
        <p:nvCxnSpPr>
          <p:cNvPr id="9" name="Straight Arrow Connector 8">
            <a:extLst>
              <a:ext uri="{FF2B5EF4-FFF2-40B4-BE49-F238E27FC236}">
                <a16:creationId xmlns:a16="http://schemas.microsoft.com/office/drawing/2014/main" id="{CA504E33-4CEB-A223-5DB3-E01B071521BB}"/>
              </a:ext>
            </a:extLst>
          </p:cNvPr>
          <p:cNvCxnSpPr>
            <a:cxnSpLocks/>
          </p:cNvCxnSpPr>
          <p:nvPr/>
        </p:nvCxnSpPr>
        <p:spPr>
          <a:xfrm flipV="1">
            <a:off x="1404706" y="3952630"/>
            <a:ext cx="194695" cy="269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234F85C-6EFF-045A-842D-EF6B8ABF7EC6}"/>
              </a:ext>
            </a:extLst>
          </p:cNvPr>
          <p:cNvCxnSpPr>
            <a:cxnSpLocks/>
            <a:stCxn id="7" idx="0"/>
          </p:cNvCxnSpPr>
          <p:nvPr/>
        </p:nvCxnSpPr>
        <p:spPr>
          <a:xfrm flipH="1" flipV="1">
            <a:off x="2070845" y="2989490"/>
            <a:ext cx="366014" cy="257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CE6EA7E-8BCA-131A-EE0D-BA2DA7BB6F70}"/>
              </a:ext>
            </a:extLst>
          </p:cNvPr>
          <p:cNvSpPr txBox="1"/>
          <p:nvPr/>
        </p:nvSpPr>
        <p:spPr>
          <a:xfrm>
            <a:off x="4680341" y="3002786"/>
            <a:ext cx="1159292" cy="307777"/>
          </a:xfrm>
          <a:prstGeom prst="rect">
            <a:avLst/>
          </a:prstGeom>
          <a:noFill/>
        </p:spPr>
        <p:txBody>
          <a:bodyPr wrap="none" rtlCol="0">
            <a:spAutoFit/>
          </a:bodyPr>
          <a:lstStyle/>
          <a:p>
            <a:r>
              <a:rPr lang="en-US" sz="1400" dirty="0"/>
              <a:t>NPNE, NPWE</a:t>
            </a:r>
          </a:p>
        </p:txBody>
      </p:sp>
      <p:sp>
        <p:nvSpPr>
          <p:cNvPr id="12" name="TextBox 11">
            <a:extLst>
              <a:ext uri="{FF2B5EF4-FFF2-40B4-BE49-F238E27FC236}">
                <a16:creationId xmlns:a16="http://schemas.microsoft.com/office/drawing/2014/main" id="{63918F7F-3E3C-B689-02F3-74D829735B97}"/>
              </a:ext>
            </a:extLst>
          </p:cNvPr>
          <p:cNvSpPr txBox="1"/>
          <p:nvPr/>
        </p:nvSpPr>
        <p:spPr>
          <a:xfrm>
            <a:off x="3808455" y="4092389"/>
            <a:ext cx="1240701" cy="307777"/>
          </a:xfrm>
          <a:prstGeom prst="rect">
            <a:avLst/>
          </a:prstGeom>
          <a:noFill/>
        </p:spPr>
        <p:txBody>
          <a:bodyPr wrap="square" rtlCol="0">
            <a:spAutoFit/>
          </a:bodyPr>
          <a:lstStyle/>
          <a:p>
            <a:r>
              <a:rPr lang="en-US" sz="1400" dirty="0"/>
              <a:t>PWOE, PWOV</a:t>
            </a:r>
          </a:p>
        </p:txBody>
      </p:sp>
      <p:cxnSp>
        <p:nvCxnSpPr>
          <p:cNvPr id="13" name="Straight Arrow Connector 12">
            <a:extLst>
              <a:ext uri="{FF2B5EF4-FFF2-40B4-BE49-F238E27FC236}">
                <a16:creationId xmlns:a16="http://schemas.microsoft.com/office/drawing/2014/main" id="{9531EBC3-9B6F-081E-77A5-73DD2FE8BCC7}"/>
              </a:ext>
            </a:extLst>
          </p:cNvPr>
          <p:cNvCxnSpPr>
            <a:cxnSpLocks/>
            <a:stCxn id="11" idx="0"/>
          </p:cNvCxnSpPr>
          <p:nvPr/>
        </p:nvCxnSpPr>
        <p:spPr>
          <a:xfrm flipH="1" flipV="1">
            <a:off x="4978895" y="2816986"/>
            <a:ext cx="281092" cy="1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E272D71-84FA-9EBB-F172-57A583791D99}"/>
              </a:ext>
            </a:extLst>
          </p:cNvPr>
          <p:cNvCxnSpPr>
            <a:cxnSpLocks/>
            <a:stCxn id="12" idx="0"/>
          </p:cNvCxnSpPr>
          <p:nvPr/>
        </p:nvCxnSpPr>
        <p:spPr>
          <a:xfrm flipV="1">
            <a:off x="4428806" y="3882664"/>
            <a:ext cx="332503" cy="209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9611AC0-8C25-895F-9636-41A9D5AB023D}"/>
              </a:ext>
            </a:extLst>
          </p:cNvPr>
          <p:cNvSpPr txBox="1"/>
          <p:nvPr/>
        </p:nvSpPr>
        <p:spPr>
          <a:xfrm>
            <a:off x="6930877" y="2897285"/>
            <a:ext cx="1576010" cy="523220"/>
          </a:xfrm>
          <a:prstGeom prst="rect">
            <a:avLst/>
          </a:prstGeom>
          <a:noFill/>
        </p:spPr>
        <p:txBody>
          <a:bodyPr wrap="square" rtlCol="0">
            <a:spAutoFit/>
          </a:bodyPr>
          <a:lstStyle/>
          <a:p>
            <a:r>
              <a:rPr lang="en-US" sz="1400" dirty="0"/>
              <a:t>NPNE, NPWE, PWOE</a:t>
            </a:r>
          </a:p>
        </p:txBody>
      </p:sp>
      <p:sp>
        <p:nvSpPr>
          <p:cNvPr id="16" name="TextBox 15">
            <a:extLst>
              <a:ext uri="{FF2B5EF4-FFF2-40B4-BE49-F238E27FC236}">
                <a16:creationId xmlns:a16="http://schemas.microsoft.com/office/drawing/2014/main" id="{FE37F375-27A2-E11A-1854-43749F498BC3}"/>
              </a:ext>
            </a:extLst>
          </p:cNvPr>
          <p:cNvSpPr txBox="1"/>
          <p:nvPr/>
        </p:nvSpPr>
        <p:spPr>
          <a:xfrm>
            <a:off x="7898261" y="3786886"/>
            <a:ext cx="716819" cy="307777"/>
          </a:xfrm>
          <a:prstGeom prst="rect">
            <a:avLst/>
          </a:prstGeom>
          <a:noFill/>
        </p:spPr>
        <p:txBody>
          <a:bodyPr wrap="square" rtlCol="0">
            <a:spAutoFit/>
          </a:bodyPr>
          <a:lstStyle/>
          <a:p>
            <a:r>
              <a:rPr lang="en-US" sz="1400" dirty="0"/>
              <a:t>PWOV</a:t>
            </a:r>
          </a:p>
        </p:txBody>
      </p:sp>
      <p:cxnSp>
        <p:nvCxnSpPr>
          <p:cNvPr id="18" name="Straight Arrow Connector 17">
            <a:extLst>
              <a:ext uri="{FF2B5EF4-FFF2-40B4-BE49-F238E27FC236}">
                <a16:creationId xmlns:a16="http://schemas.microsoft.com/office/drawing/2014/main" id="{055C4107-964B-1F2A-EC72-89E405474F22}"/>
              </a:ext>
            </a:extLst>
          </p:cNvPr>
          <p:cNvCxnSpPr>
            <a:cxnSpLocks/>
            <a:stCxn id="16" idx="0"/>
          </p:cNvCxnSpPr>
          <p:nvPr/>
        </p:nvCxnSpPr>
        <p:spPr>
          <a:xfrm flipH="1" flipV="1">
            <a:off x="7898262" y="3466080"/>
            <a:ext cx="358409" cy="320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AF3E597-3DB1-4647-1B07-1EE31827553A}"/>
              </a:ext>
            </a:extLst>
          </p:cNvPr>
          <p:cNvSpPr txBox="1"/>
          <p:nvPr/>
        </p:nvSpPr>
        <p:spPr>
          <a:xfrm>
            <a:off x="9736442" y="3760031"/>
            <a:ext cx="2281971" cy="307777"/>
          </a:xfrm>
          <a:prstGeom prst="rect">
            <a:avLst/>
          </a:prstGeom>
          <a:noFill/>
        </p:spPr>
        <p:txBody>
          <a:bodyPr wrap="none" rtlCol="0">
            <a:spAutoFit/>
          </a:bodyPr>
          <a:lstStyle/>
          <a:p>
            <a:r>
              <a:rPr lang="en-US" sz="1400" dirty="0"/>
              <a:t>NPNE, NPWE, PWOE, PWOV</a:t>
            </a:r>
          </a:p>
        </p:txBody>
      </p:sp>
      <p:sp>
        <p:nvSpPr>
          <p:cNvPr id="2" name="TextBox 1">
            <a:extLst>
              <a:ext uri="{FF2B5EF4-FFF2-40B4-BE49-F238E27FC236}">
                <a16:creationId xmlns:a16="http://schemas.microsoft.com/office/drawing/2014/main" id="{C6327A11-5351-265F-1134-FA1E1762A6BF}"/>
              </a:ext>
            </a:extLst>
          </p:cNvPr>
          <p:cNvSpPr txBox="1"/>
          <p:nvPr/>
        </p:nvSpPr>
        <p:spPr>
          <a:xfrm>
            <a:off x="5447113" y="1516374"/>
            <a:ext cx="6571301" cy="338554"/>
          </a:xfrm>
          <a:prstGeom prst="rect">
            <a:avLst/>
          </a:prstGeom>
          <a:noFill/>
        </p:spPr>
        <p:txBody>
          <a:bodyPr wrap="square" rtlCol="0">
            <a:spAutoFit/>
          </a:bodyPr>
          <a:lstStyle/>
          <a:p>
            <a:r>
              <a:rPr lang="en-US" sz="1600" dirty="0"/>
              <a:t>more lignin → more shielding → less uptake of carbohydrate and proteins</a:t>
            </a:r>
          </a:p>
        </p:txBody>
      </p:sp>
      <p:sp>
        <p:nvSpPr>
          <p:cNvPr id="5" name="Flowchart: Extract 4">
            <a:extLst>
              <a:ext uri="{FF2B5EF4-FFF2-40B4-BE49-F238E27FC236}">
                <a16:creationId xmlns:a16="http://schemas.microsoft.com/office/drawing/2014/main" id="{E26D7CF8-C642-786D-6418-C23C0DE75058}"/>
              </a:ext>
            </a:extLst>
          </p:cNvPr>
          <p:cNvSpPr/>
          <p:nvPr/>
        </p:nvSpPr>
        <p:spPr>
          <a:xfrm rot="16200000" flipH="1">
            <a:off x="2864151" y="-898290"/>
            <a:ext cx="400106" cy="4613420"/>
          </a:xfrm>
          <a:prstGeom prst="flowChartExtract">
            <a:avLst/>
          </a:prstGeom>
          <a:gradFill flip="none" rotWithShape="1">
            <a:gsLst>
              <a:gs pos="77000">
                <a:srgbClr val="FFC000"/>
              </a:gs>
              <a:gs pos="23000">
                <a:srgbClr val="00B050"/>
              </a:gs>
              <a:gs pos="100000">
                <a:srgbClr val="FF0000"/>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tx1"/>
                </a:solidFill>
              </a:rPr>
              <a:t>Lignin</a:t>
            </a:r>
          </a:p>
        </p:txBody>
      </p:sp>
      <mc:AlternateContent xmlns:mc="http://schemas.openxmlformats.org/markup-compatibility/2006" xmlns:a14="http://schemas.microsoft.com/office/drawing/2010/main">
        <mc:Choice Requires="a14">
          <p:sp>
            <p:nvSpPr>
              <p:cNvPr id="21" name="Flowchart: Extract 20">
                <a:extLst>
                  <a:ext uri="{FF2B5EF4-FFF2-40B4-BE49-F238E27FC236}">
                    <a16:creationId xmlns:a16="http://schemas.microsoft.com/office/drawing/2014/main" id="{3E0D0082-D33F-EEBB-7A9C-8C2A4CC6D86C}"/>
                  </a:ext>
                </a:extLst>
              </p:cNvPr>
              <p:cNvSpPr/>
              <p:nvPr/>
            </p:nvSpPr>
            <p:spPr>
              <a:xfrm rot="5400000">
                <a:off x="2864152" y="-633297"/>
                <a:ext cx="400105" cy="4613422"/>
              </a:xfrm>
              <a:prstGeom prst="flowChartExtract">
                <a:avLst/>
              </a:prstGeom>
              <a:gradFill flip="none" rotWithShape="1">
                <a:gsLst>
                  <a:gs pos="77000">
                    <a:srgbClr val="FFC000"/>
                  </a:gs>
                  <a:gs pos="23000">
                    <a:srgbClr val="00B050"/>
                  </a:gs>
                  <a:gs pos="100000">
                    <a:srgbClr val="FF0000"/>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dirty="0">
                    <a:solidFill>
                      <a:schemeClr val="tx1"/>
                    </a:solidFill>
                  </a:rPr>
                  <a:t>Uptake of </a:t>
                </a:r>
                <a14:m>
                  <m:oMath xmlns:m="http://schemas.openxmlformats.org/officeDocument/2006/math">
                    <m:sSub>
                      <m:sSubPr>
                        <m:ctrlPr>
                          <a:rPr lang="en-US" b="0"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𝐶</m:t>
                        </m:r>
                      </m:e>
                      <m:sub>
                        <m:r>
                          <a:rPr lang="en-US" b="0" i="1" dirty="0" smtClean="0">
                            <a:solidFill>
                              <a:schemeClr val="tx1"/>
                            </a:solidFill>
                            <a:latin typeface="Cambria Math" panose="02040503050406030204" pitchFamily="18" charset="0"/>
                          </a:rPr>
                          <m:t>h</m:t>
                        </m:r>
                      </m:sub>
                    </m:sSub>
                  </m:oMath>
                </a14:m>
                <a:r>
                  <a:rPr lang="en-US" dirty="0">
                    <a:solidFill>
                      <a:schemeClr val="tx1"/>
                    </a:solidFill>
                  </a:rPr>
                  <a:t> and </a:t>
                </a:r>
                <a14:m>
                  <m:oMath xmlns:m="http://schemas.openxmlformats.org/officeDocument/2006/math">
                    <m:r>
                      <a:rPr lang="en-US" i="1" dirty="0" smtClean="0">
                        <a:solidFill>
                          <a:schemeClr val="tx1"/>
                        </a:solidFill>
                        <a:latin typeface="Cambria Math" panose="02040503050406030204" pitchFamily="18" charset="0"/>
                      </a:rPr>
                      <m:t>𝑃</m:t>
                    </m:r>
                  </m:oMath>
                </a14:m>
                <a:r>
                  <a:rPr lang="en-US" dirty="0">
                    <a:solidFill>
                      <a:schemeClr val="tx1"/>
                    </a:solidFill>
                  </a:rPr>
                  <a:t> </a:t>
                </a:r>
              </a:p>
            </p:txBody>
          </p:sp>
        </mc:Choice>
        <mc:Fallback xmlns="">
          <p:sp>
            <p:nvSpPr>
              <p:cNvPr id="21" name="Flowchart: Extract 20">
                <a:extLst>
                  <a:ext uri="{FF2B5EF4-FFF2-40B4-BE49-F238E27FC236}">
                    <a16:creationId xmlns:a16="http://schemas.microsoft.com/office/drawing/2014/main" id="{3E0D0082-D33F-EEBB-7A9C-8C2A4CC6D86C}"/>
                  </a:ext>
                </a:extLst>
              </p:cNvPr>
              <p:cNvSpPr>
                <a:spLocks noRot="1" noChangeAspect="1" noMove="1" noResize="1" noEditPoints="1" noAdjustHandles="1" noChangeArrowheads="1" noChangeShapeType="1" noTextEdit="1"/>
              </p:cNvSpPr>
              <p:nvPr/>
            </p:nvSpPr>
            <p:spPr>
              <a:xfrm rot="5400000">
                <a:off x="2864152" y="-633297"/>
                <a:ext cx="400105" cy="4613422"/>
              </a:xfrm>
              <a:prstGeom prst="flowChartExtract">
                <a:avLst/>
              </a:prstGeom>
              <a:blipFill>
                <a:blip r:embed="rId4"/>
                <a:stretch>
                  <a:fillRect t="-4615" b="-21538"/>
                </a:stretch>
              </a:blipFill>
              <a:ln>
                <a:noFill/>
              </a:ln>
            </p:spPr>
            <p:txBody>
              <a:bodyPr/>
              <a:lstStyle/>
              <a:p>
                <a:r>
                  <a:rPr lang="en-US">
                    <a:noFill/>
                  </a:rPr>
                  <a:t> </a:t>
                </a:r>
              </a:p>
            </p:txBody>
          </p:sp>
        </mc:Fallback>
      </mc:AlternateContent>
      <p:sp>
        <p:nvSpPr>
          <p:cNvPr id="22" name="Flowchart: Extract 21">
            <a:extLst>
              <a:ext uri="{FF2B5EF4-FFF2-40B4-BE49-F238E27FC236}">
                <a16:creationId xmlns:a16="http://schemas.microsoft.com/office/drawing/2014/main" id="{DB645BB7-0460-2A08-480A-EF336E088DF9}"/>
              </a:ext>
            </a:extLst>
          </p:cNvPr>
          <p:cNvSpPr/>
          <p:nvPr/>
        </p:nvSpPr>
        <p:spPr>
          <a:xfrm rot="5400000">
            <a:off x="2864150" y="-204339"/>
            <a:ext cx="400108" cy="4613422"/>
          </a:xfrm>
          <a:prstGeom prst="flowChartExtract">
            <a:avLst/>
          </a:prstGeom>
          <a:gradFill flip="none" rotWithShape="1">
            <a:gsLst>
              <a:gs pos="77000">
                <a:srgbClr val="FFC000"/>
              </a:gs>
              <a:gs pos="23000">
                <a:srgbClr val="00B050"/>
              </a:gs>
              <a:gs pos="100000">
                <a:srgbClr val="FF0000"/>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dirty="0">
                <a:solidFill>
                  <a:schemeClr val="tx1"/>
                </a:solidFill>
              </a:rPr>
              <a:t>CUE</a:t>
            </a:r>
          </a:p>
        </p:txBody>
      </p:sp>
      <p:sp>
        <p:nvSpPr>
          <p:cNvPr id="25" name="TextBox 24">
            <a:extLst>
              <a:ext uri="{FF2B5EF4-FFF2-40B4-BE49-F238E27FC236}">
                <a16:creationId xmlns:a16="http://schemas.microsoft.com/office/drawing/2014/main" id="{B49CE362-A909-368D-A223-1314EA144472}"/>
              </a:ext>
            </a:extLst>
          </p:cNvPr>
          <p:cNvSpPr txBox="1"/>
          <p:nvPr/>
        </p:nvSpPr>
        <p:spPr>
          <a:xfrm>
            <a:off x="5447113" y="1828088"/>
            <a:ext cx="6571300" cy="338554"/>
          </a:xfrm>
          <a:prstGeom prst="rect">
            <a:avLst/>
          </a:prstGeom>
          <a:noFill/>
        </p:spPr>
        <p:txBody>
          <a:bodyPr wrap="square">
            <a:spAutoFit/>
          </a:bodyPr>
          <a:lstStyle/>
          <a:p>
            <a:r>
              <a:rPr lang="en-US" sz="1600" dirty="0"/>
              <a:t>more lignin → more investment in ligninolytic enzymes → less CUE</a:t>
            </a:r>
          </a:p>
        </p:txBody>
      </p:sp>
      <p:sp>
        <p:nvSpPr>
          <p:cNvPr id="28" name="TextBox 27">
            <a:extLst>
              <a:ext uri="{FF2B5EF4-FFF2-40B4-BE49-F238E27FC236}">
                <a16:creationId xmlns:a16="http://schemas.microsoft.com/office/drawing/2014/main" id="{8243665B-0727-34E0-C608-E3D55C9F2A88}"/>
              </a:ext>
            </a:extLst>
          </p:cNvPr>
          <p:cNvSpPr txBox="1"/>
          <p:nvPr/>
        </p:nvSpPr>
        <p:spPr>
          <a:xfrm>
            <a:off x="6503658" y="1170108"/>
            <a:ext cx="3573607" cy="369332"/>
          </a:xfrm>
          <a:prstGeom prst="rect">
            <a:avLst/>
          </a:prstGeom>
          <a:noFill/>
        </p:spPr>
        <p:txBody>
          <a:bodyPr wrap="none" rtlCol="0">
            <a:spAutoFit/>
          </a:bodyPr>
          <a:lstStyle/>
          <a:p>
            <a:r>
              <a:rPr lang="en-US" b="1" dirty="0"/>
              <a:t>Trade off in litter decomposer traits</a:t>
            </a:r>
          </a:p>
        </p:txBody>
      </p:sp>
    </p:spTree>
    <p:extLst>
      <p:ext uri="{BB962C8B-B14F-4D97-AF65-F5344CB8AC3E}">
        <p14:creationId xmlns:p14="http://schemas.microsoft.com/office/powerpoint/2010/main" val="2305149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AC722-33A3-188F-1A8F-C29F2488F3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92BF048-FACA-15E0-DD88-936A55D728CB}"/>
              </a:ext>
            </a:extLst>
          </p:cNvPr>
          <p:cNvSpPr txBox="1"/>
          <p:nvPr/>
        </p:nvSpPr>
        <p:spPr>
          <a:xfrm>
            <a:off x="435346" y="153090"/>
            <a:ext cx="6096000" cy="400110"/>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Times New Roman" panose="02020603050405020304" pitchFamily="18" charset="0"/>
              </a:rPr>
              <a:t>Figure 2</a:t>
            </a:r>
            <a:endParaRPr lang="en-US" sz="2000" dirty="0"/>
          </a:p>
        </p:txBody>
      </p:sp>
      <p:grpSp>
        <p:nvGrpSpPr>
          <p:cNvPr id="43" name="Group 42">
            <a:extLst>
              <a:ext uri="{FF2B5EF4-FFF2-40B4-BE49-F238E27FC236}">
                <a16:creationId xmlns:a16="http://schemas.microsoft.com/office/drawing/2014/main" id="{3452661E-9B1C-3256-4ABD-B58B164D540A}"/>
              </a:ext>
            </a:extLst>
          </p:cNvPr>
          <p:cNvGrpSpPr/>
          <p:nvPr/>
        </p:nvGrpSpPr>
        <p:grpSpPr>
          <a:xfrm>
            <a:off x="6750" y="1132008"/>
            <a:ext cx="12161520" cy="4100876"/>
            <a:chOff x="6750" y="1132008"/>
            <a:chExt cx="12161520" cy="4100876"/>
          </a:xfrm>
        </p:grpSpPr>
        <p:pic>
          <p:nvPicPr>
            <p:cNvPr id="42" name="Graphic 41">
              <a:extLst>
                <a:ext uri="{FF2B5EF4-FFF2-40B4-BE49-F238E27FC236}">
                  <a16:creationId xmlns:a16="http://schemas.microsoft.com/office/drawing/2014/main" id="{D2F6B523-436F-D84F-4B17-62E4752FE1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50" y="2401631"/>
              <a:ext cx="12161520" cy="2831253"/>
            </a:xfrm>
            <a:prstGeom prst="rect">
              <a:avLst/>
            </a:prstGeom>
          </p:spPr>
        </p:pic>
        <p:sp>
          <p:nvSpPr>
            <p:cNvPr id="7" name="TextBox 6">
              <a:extLst>
                <a:ext uri="{FF2B5EF4-FFF2-40B4-BE49-F238E27FC236}">
                  <a16:creationId xmlns:a16="http://schemas.microsoft.com/office/drawing/2014/main" id="{6584EEA6-173B-BA9F-3BD2-EF206E42D9D4}"/>
                </a:ext>
              </a:extLst>
            </p:cNvPr>
            <p:cNvSpPr txBox="1"/>
            <p:nvPr/>
          </p:nvSpPr>
          <p:spPr>
            <a:xfrm>
              <a:off x="2082931" y="3348171"/>
              <a:ext cx="606256" cy="307777"/>
            </a:xfrm>
            <a:prstGeom prst="rect">
              <a:avLst/>
            </a:prstGeom>
            <a:noFill/>
          </p:spPr>
          <p:txBody>
            <a:bodyPr wrap="none" rtlCol="0">
              <a:spAutoFit/>
            </a:bodyPr>
            <a:lstStyle/>
            <a:p>
              <a:r>
                <a:rPr lang="en-US" sz="1400" dirty="0"/>
                <a:t>NPNE</a:t>
              </a:r>
            </a:p>
          </p:txBody>
        </p:sp>
        <p:sp>
          <p:nvSpPr>
            <p:cNvPr id="8" name="TextBox 7">
              <a:extLst>
                <a:ext uri="{FF2B5EF4-FFF2-40B4-BE49-F238E27FC236}">
                  <a16:creationId xmlns:a16="http://schemas.microsoft.com/office/drawing/2014/main" id="{A7D71C8D-5590-65CE-402A-65412BE3FC4A}"/>
                </a:ext>
              </a:extLst>
            </p:cNvPr>
            <p:cNvSpPr txBox="1"/>
            <p:nvPr/>
          </p:nvSpPr>
          <p:spPr>
            <a:xfrm>
              <a:off x="749526" y="4172378"/>
              <a:ext cx="1773819" cy="307777"/>
            </a:xfrm>
            <a:prstGeom prst="rect">
              <a:avLst/>
            </a:prstGeom>
            <a:noFill/>
          </p:spPr>
          <p:txBody>
            <a:bodyPr wrap="none" rtlCol="0">
              <a:spAutoFit/>
            </a:bodyPr>
            <a:lstStyle/>
            <a:p>
              <a:r>
                <a:rPr lang="en-US" sz="1400" dirty="0"/>
                <a:t>NPWE, PWOE, PWOV</a:t>
              </a:r>
            </a:p>
          </p:txBody>
        </p:sp>
        <p:cxnSp>
          <p:nvCxnSpPr>
            <p:cNvPr id="9" name="Straight Arrow Connector 8">
              <a:extLst>
                <a:ext uri="{FF2B5EF4-FFF2-40B4-BE49-F238E27FC236}">
                  <a16:creationId xmlns:a16="http://schemas.microsoft.com/office/drawing/2014/main" id="{3EDF4F24-1A70-C658-AB98-6CC1B60DD266}"/>
                </a:ext>
              </a:extLst>
            </p:cNvPr>
            <p:cNvCxnSpPr>
              <a:cxnSpLocks/>
            </p:cNvCxnSpPr>
            <p:nvPr/>
          </p:nvCxnSpPr>
          <p:spPr>
            <a:xfrm flipV="1">
              <a:off x="1396739" y="3936081"/>
              <a:ext cx="194695" cy="269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02BF5F3-39CA-6740-0B00-3736BCD2F2EA}"/>
                </a:ext>
              </a:extLst>
            </p:cNvPr>
            <p:cNvCxnSpPr>
              <a:cxnSpLocks/>
            </p:cNvCxnSpPr>
            <p:nvPr/>
          </p:nvCxnSpPr>
          <p:spPr>
            <a:xfrm flipH="1" flipV="1">
              <a:off x="2020045" y="3052990"/>
              <a:ext cx="366014" cy="257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49DB93-FCA4-FC35-07AA-B25957ED1E23}"/>
                </a:ext>
              </a:extLst>
            </p:cNvPr>
            <p:cNvSpPr txBox="1"/>
            <p:nvPr/>
          </p:nvSpPr>
          <p:spPr>
            <a:xfrm>
              <a:off x="4629541" y="3104386"/>
              <a:ext cx="1159292" cy="307777"/>
            </a:xfrm>
            <a:prstGeom prst="rect">
              <a:avLst/>
            </a:prstGeom>
            <a:noFill/>
          </p:spPr>
          <p:txBody>
            <a:bodyPr wrap="none" rtlCol="0">
              <a:spAutoFit/>
            </a:bodyPr>
            <a:lstStyle/>
            <a:p>
              <a:r>
                <a:rPr lang="en-US" sz="1400" dirty="0"/>
                <a:t>NPNE, NPWE</a:t>
              </a:r>
            </a:p>
          </p:txBody>
        </p:sp>
        <p:sp>
          <p:nvSpPr>
            <p:cNvPr id="12" name="TextBox 11">
              <a:extLst>
                <a:ext uri="{FF2B5EF4-FFF2-40B4-BE49-F238E27FC236}">
                  <a16:creationId xmlns:a16="http://schemas.microsoft.com/office/drawing/2014/main" id="{4A50BBC4-4257-5954-2C15-79A3C5548FD4}"/>
                </a:ext>
              </a:extLst>
            </p:cNvPr>
            <p:cNvSpPr txBox="1"/>
            <p:nvPr/>
          </p:nvSpPr>
          <p:spPr>
            <a:xfrm>
              <a:off x="3844471" y="4196263"/>
              <a:ext cx="1240701" cy="307777"/>
            </a:xfrm>
            <a:prstGeom prst="rect">
              <a:avLst/>
            </a:prstGeom>
            <a:noFill/>
          </p:spPr>
          <p:txBody>
            <a:bodyPr wrap="square" rtlCol="0">
              <a:spAutoFit/>
            </a:bodyPr>
            <a:lstStyle/>
            <a:p>
              <a:r>
                <a:rPr lang="en-US" sz="1400" dirty="0"/>
                <a:t>PWOE, PWOV</a:t>
              </a:r>
            </a:p>
          </p:txBody>
        </p:sp>
        <p:cxnSp>
          <p:nvCxnSpPr>
            <p:cNvPr id="13" name="Straight Arrow Connector 12">
              <a:extLst>
                <a:ext uri="{FF2B5EF4-FFF2-40B4-BE49-F238E27FC236}">
                  <a16:creationId xmlns:a16="http://schemas.microsoft.com/office/drawing/2014/main" id="{57D1FAA5-BF0A-081A-B8C9-B9CA1668F637}"/>
                </a:ext>
              </a:extLst>
            </p:cNvPr>
            <p:cNvCxnSpPr>
              <a:cxnSpLocks/>
              <a:stCxn id="11" idx="0"/>
            </p:cNvCxnSpPr>
            <p:nvPr/>
          </p:nvCxnSpPr>
          <p:spPr>
            <a:xfrm flipH="1" flipV="1">
              <a:off x="4928095" y="2918586"/>
              <a:ext cx="281092" cy="1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67FDBBF-EF11-323E-F8E2-24CE554B24BD}"/>
                </a:ext>
              </a:extLst>
            </p:cNvPr>
            <p:cNvCxnSpPr>
              <a:cxnSpLocks/>
              <a:stCxn id="12" idx="0"/>
            </p:cNvCxnSpPr>
            <p:nvPr/>
          </p:nvCxnSpPr>
          <p:spPr>
            <a:xfrm flipV="1">
              <a:off x="4464822" y="3986538"/>
              <a:ext cx="332503" cy="209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7228D9C-FA60-8D14-305B-966E1D8A3C22}"/>
                </a:ext>
              </a:extLst>
            </p:cNvPr>
            <p:cNvSpPr txBox="1"/>
            <p:nvPr/>
          </p:nvSpPr>
          <p:spPr>
            <a:xfrm>
              <a:off x="6904359" y="2842776"/>
              <a:ext cx="1576010" cy="523220"/>
            </a:xfrm>
            <a:prstGeom prst="rect">
              <a:avLst/>
            </a:prstGeom>
            <a:noFill/>
          </p:spPr>
          <p:txBody>
            <a:bodyPr wrap="square" rtlCol="0">
              <a:spAutoFit/>
            </a:bodyPr>
            <a:lstStyle/>
            <a:p>
              <a:r>
                <a:rPr lang="en-US" sz="1400" dirty="0"/>
                <a:t>NPNE, NPWE, PWOE</a:t>
              </a:r>
            </a:p>
          </p:txBody>
        </p:sp>
        <p:sp>
          <p:nvSpPr>
            <p:cNvPr id="16" name="TextBox 15">
              <a:extLst>
                <a:ext uri="{FF2B5EF4-FFF2-40B4-BE49-F238E27FC236}">
                  <a16:creationId xmlns:a16="http://schemas.microsoft.com/office/drawing/2014/main" id="{4E67F94C-4070-3C0B-C432-20311ABBCF60}"/>
                </a:ext>
              </a:extLst>
            </p:cNvPr>
            <p:cNvSpPr txBox="1"/>
            <p:nvPr/>
          </p:nvSpPr>
          <p:spPr>
            <a:xfrm>
              <a:off x="8053825" y="3888486"/>
              <a:ext cx="716819" cy="307777"/>
            </a:xfrm>
            <a:prstGeom prst="rect">
              <a:avLst/>
            </a:prstGeom>
            <a:noFill/>
          </p:spPr>
          <p:txBody>
            <a:bodyPr wrap="square" rtlCol="0">
              <a:spAutoFit/>
            </a:bodyPr>
            <a:lstStyle/>
            <a:p>
              <a:r>
                <a:rPr lang="en-US" sz="1400" dirty="0"/>
                <a:t>PWOV</a:t>
              </a:r>
            </a:p>
          </p:txBody>
        </p:sp>
        <p:cxnSp>
          <p:nvCxnSpPr>
            <p:cNvPr id="18" name="Straight Arrow Connector 17">
              <a:extLst>
                <a:ext uri="{FF2B5EF4-FFF2-40B4-BE49-F238E27FC236}">
                  <a16:creationId xmlns:a16="http://schemas.microsoft.com/office/drawing/2014/main" id="{44D6E43C-783B-C010-11C5-28D2E57F63E5}"/>
                </a:ext>
              </a:extLst>
            </p:cNvPr>
            <p:cNvCxnSpPr>
              <a:cxnSpLocks/>
              <a:stCxn id="16" idx="0"/>
            </p:cNvCxnSpPr>
            <p:nvPr/>
          </p:nvCxnSpPr>
          <p:spPr>
            <a:xfrm flipH="1" flipV="1">
              <a:off x="8053826" y="3567680"/>
              <a:ext cx="358409" cy="320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616B224-AB4B-E54A-8F5C-44882DACE660}"/>
                </a:ext>
              </a:extLst>
            </p:cNvPr>
            <p:cNvSpPr txBox="1"/>
            <p:nvPr/>
          </p:nvSpPr>
          <p:spPr>
            <a:xfrm>
              <a:off x="10315007" y="3817258"/>
              <a:ext cx="1098378" cy="307777"/>
            </a:xfrm>
            <a:prstGeom prst="rect">
              <a:avLst/>
            </a:prstGeom>
            <a:noFill/>
          </p:spPr>
          <p:txBody>
            <a:bodyPr wrap="none" rtlCol="0">
              <a:spAutoFit/>
            </a:bodyPr>
            <a:lstStyle/>
            <a:p>
              <a:r>
                <a:rPr lang="en-US" sz="1400" dirty="0"/>
                <a:t>All scenarios</a:t>
              </a:r>
            </a:p>
          </p:txBody>
        </p:sp>
        <p:sp>
          <p:nvSpPr>
            <p:cNvPr id="2" name="TextBox 1">
              <a:extLst>
                <a:ext uri="{FF2B5EF4-FFF2-40B4-BE49-F238E27FC236}">
                  <a16:creationId xmlns:a16="http://schemas.microsoft.com/office/drawing/2014/main" id="{DF2AB2DB-88D3-B70D-EACA-5789F80DE868}"/>
                </a:ext>
              </a:extLst>
            </p:cNvPr>
            <p:cNvSpPr txBox="1"/>
            <p:nvPr/>
          </p:nvSpPr>
          <p:spPr>
            <a:xfrm>
              <a:off x="5447113" y="1516374"/>
              <a:ext cx="6721157" cy="338554"/>
            </a:xfrm>
            <a:prstGeom prst="rect">
              <a:avLst/>
            </a:prstGeom>
            <a:noFill/>
          </p:spPr>
          <p:txBody>
            <a:bodyPr wrap="square" rtlCol="0">
              <a:spAutoFit/>
            </a:bodyPr>
            <a:lstStyle/>
            <a:p>
              <a:r>
                <a:rPr lang="en-US" sz="1600" dirty="0"/>
                <a:t>more lignin → stronger shielding → lower uptake of carbohydrate and proteins</a:t>
              </a:r>
            </a:p>
          </p:txBody>
        </p:sp>
        <p:sp>
          <p:nvSpPr>
            <p:cNvPr id="5" name="Flowchart: Extract 4">
              <a:extLst>
                <a:ext uri="{FF2B5EF4-FFF2-40B4-BE49-F238E27FC236}">
                  <a16:creationId xmlns:a16="http://schemas.microsoft.com/office/drawing/2014/main" id="{F3431410-E09D-C955-FA84-1090C63EAC8F}"/>
                </a:ext>
              </a:extLst>
            </p:cNvPr>
            <p:cNvSpPr/>
            <p:nvPr/>
          </p:nvSpPr>
          <p:spPr>
            <a:xfrm rot="16200000" flipH="1">
              <a:off x="2864151" y="-936390"/>
              <a:ext cx="400106" cy="4613420"/>
            </a:xfrm>
            <a:prstGeom prst="flowChartExtract">
              <a:avLst/>
            </a:prstGeom>
            <a:gradFill flip="none" rotWithShape="1">
              <a:gsLst>
                <a:gs pos="77000">
                  <a:srgbClr val="FFC000"/>
                </a:gs>
                <a:gs pos="23000">
                  <a:srgbClr val="00B050"/>
                </a:gs>
                <a:gs pos="100000">
                  <a:srgbClr val="FF0000"/>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tx1"/>
                  </a:solidFill>
                </a:rPr>
                <a:t>Lignin</a:t>
              </a:r>
            </a:p>
          </p:txBody>
        </p:sp>
        <mc:AlternateContent xmlns:mc="http://schemas.openxmlformats.org/markup-compatibility/2006" xmlns:a14="http://schemas.microsoft.com/office/drawing/2010/main">
          <mc:Choice Requires="a14">
            <p:sp>
              <p:nvSpPr>
                <p:cNvPr id="21" name="Flowchart: Extract 20">
                  <a:extLst>
                    <a:ext uri="{FF2B5EF4-FFF2-40B4-BE49-F238E27FC236}">
                      <a16:creationId xmlns:a16="http://schemas.microsoft.com/office/drawing/2014/main" id="{A3D29887-FF1E-CD7C-9EA0-9EA362B05F44}"/>
                    </a:ext>
                  </a:extLst>
                </p:cNvPr>
                <p:cNvSpPr/>
                <p:nvPr/>
              </p:nvSpPr>
              <p:spPr>
                <a:xfrm rot="5400000">
                  <a:off x="2864152" y="-671397"/>
                  <a:ext cx="400105" cy="4613422"/>
                </a:xfrm>
                <a:prstGeom prst="flowChartExtract">
                  <a:avLst/>
                </a:prstGeom>
                <a:gradFill flip="none" rotWithShape="1">
                  <a:gsLst>
                    <a:gs pos="77000">
                      <a:srgbClr val="FFC000"/>
                    </a:gs>
                    <a:gs pos="23000">
                      <a:srgbClr val="00B050"/>
                    </a:gs>
                    <a:gs pos="100000">
                      <a:srgbClr val="FF0000"/>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dirty="0">
                      <a:solidFill>
                        <a:schemeClr val="tx1"/>
                      </a:solidFill>
                    </a:rPr>
                    <a:t>Uptake of </a:t>
                  </a:r>
                  <a14:m>
                    <m:oMath xmlns:m="http://schemas.openxmlformats.org/officeDocument/2006/math">
                      <m:sSub>
                        <m:sSubPr>
                          <m:ctrlPr>
                            <a:rPr lang="en-US" b="0"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𝐶</m:t>
                          </m:r>
                        </m:e>
                        <m:sub>
                          <m:r>
                            <a:rPr lang="en-US" b="0" i="1" dirty="0" smtClean="0">
                              <a:solidFill>
                                <a:schemeClr val="tx1"/>
                              </a:solidFill>
                              <a:latin typeface="Cambria Math" panose="02040503050406030204" pitchFamily="18" charset="0"/>
                            </a:rPr>
                            <m:t>h</m:t>
                          </m:r>
                        </m:sub>
                      </m:sSub>
                    </m:oMath>
                  </a14:m>
                  <a:r>
                    <a:rPr lang="en-US" dirty="0">
                      <a:solidFill>
                        <a:schemeClr val="tx1"/>
                      </a:solidFill>
                    </a:rPr>
                    <a:t> and </a:t>
                  </a:r>
                  <a14:m>
                    <m:oMath xmlns:m="http://schemas.openxmlformats.org/officeDocument/2006/math">
                      <m:r>
                        <a:rPr lang="en-US" i="1" dirty="0" smtClean="0">
                          <a:solidFill>
                            <a:schemeClr val="tx1"/>
                          </a:solidFill>
                          <a:latin typeface="Cambria Math" panose="02040503050406030204" pitchFamily="18" charset="0"/>
                        </a:rPr>
                        <m:t>𝑃</m:t>
                      </m:r>
                    </m:oMath>
                  </a14:m>
                  <a:r>
                    <a:rPr lang="en-US" dirty="0">
                      <a:solidFill>
                        <a:schemeClr val="tx1"/>
                      </a:solidFill>
                    </a:rPr>
                    <a:t> </a:t>
                  </a:r>
                </a:p>
              </p:txBody>
            </p:sp>
          </mc:Choice>
          <mc:Fallback xmlns="">
            <p:sp>
              <p:nvSpPr>
                <p:cNvPr id="21" name="Flowchart: Extract 20">
                  <a:extLst>
                    <a:ext uri="{FF2B5EF4-FFF2-40B4-BE49-F238E27FC236}">
                      <a16:creationId xmlns:a16="http://schemas.microsoft.com/office/drawing/2014/main" id="{A3D29887-FF1E-CD7C-9EA0-9EA362B05F44}"/>
                    </a:ext>
                  </a:extLst>
                </p:cNvPr>
                <p:cNvSpPr>
                  <a:spLocks noRot="1" noChangeAspect="1" noMove="1" noResize="1" noEditPoints="1" noAdjustHandles="1" noChangeArrowheads="1" noChangeShapeType="1" noTextEdit="1"/>
                </p:cNvSpPr>
                <p:nvPr/>
              </p:nvSpPr>
              <p:spPr>
                <a:xfrm rot="5400000">
                  <a:off x="2864152" y="-671397"/>
                  <a:ext cx="400105" cy="4613422"/>
                </a:xfrm>
                <a:prstGeom prst="flowChartExtract">
                  <a:avLst/>
                </a:prstGeom>
                <a:blipFill>
                  <a:blip r:embed="rId4"/>
                  <a:stretch>
                    <a:fillRect t="-3030" b="-19697"/>
                  </a:stretch>
                </a:blipFill>
                <a:ln>
                  <a:noFill/>
                </a:ln>
              </p:spPr>
              <p:txBody>
                <a:bodyPr/>
                <a:lstStyle/>
                <a:p>
                  <a:r>
                    <a:rPr lang="en-US">
                      <a:noFill/>
                    </a:rPr>
                    <a:t> </a:t>
                  </a:r>
                </a:p>
              </p:txBody>
            </p:sp>
          </mc:Fallback>
        </mc:AlternateContent>
        <p:sp>
          <p:nvSpPr>
            <p:cNvPr id="22" name="Flowchart: Extract 21">
              <a:extLst>
                <a:ext uri="{FF2B5EF4-FFF2-40B4-BE49-F238E27FC236}">
                  <a16:creationId xmlns:a16="http://schemas.microsoft.com/office/drawing/2014/main" id="{2811092D-24C0-1601-5AB6-508F982B748B}"/>
                </a:ext>
              </a:extLst>
            </p:cNvPr>
            <p:cNvSpPr/>
            <p:nvPr/>
          </p:nvSpPr>
          <p:spPr>
            <a:xfrm rot="5400000">
              <a:off x="2864150" y="-242439"/>
              <a:ext cx="400108" cy="4613422"/>
            </a:xfrm>
            <a:prstGeom prst="flowChartExtract">
              <a:avLst/>
            </a:prstGeom>
            <a:gradFill flip="none" rotWithShape="1">
              <a:gsLst>
                <a:gs pos="77000">
                  <a:srgbClr val="FFC000"/>
                </a:gs>
                <a:gs pos="23000">
                  <a:srgbClr val="00B050"/>
                </a:gs>
                <a:gs pos="100000">
                  <a:srgbClr val="FF0000"/>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dirty="0">
                  <a:solidFill>
                    <a:schemeClr val="tx1"/>
                  </a:solidFill>
                </a:rPr>
                <a:t>CUE</a:t>
              </a:r>
            </a:p>
          </p:txBody>
        </p:sp>
        <p:sp>
          <p:nvSpPr>
            <p:cNvPr id="25" name="TextBox 24">
              <a:extLst>
                <a:ext uri="{FF2B5EF4-FFF2-40B4-BE49-F238E27FC236}">
                  <a16:creationId xmlns:a16="http://schemas.microsoft.com/office/drawing/2014/main" id="{8F0EB221-5E36-9A82-0AD1-98D09AF0624A}"/>
                </a:ext>
              </a:extLst>
            </p:cNvPr>
            <p:cNvSpPr txBox="1"/>
            <p:nvPr/>
          </p:nvSpPr>
          <p:spPr>
            <a:xfrm>
              <a:off x="5447113" y="1828088"/>
              <a:ext cx="6571300" cy="338554"/>
            </a:xfrm>
            <a:prstGeom prst="rect">
              <a:avLst/>
            </a:prstGeom>
            <a:noFill/>
          </p:spPr>
          <p:txBody>
            <a:bodyPr wrap="square">
              <a:spAutoFit/>
            </a:bodyPr>
            <a:lstStyle/>
            <a:p>
              <a:r>
                <a:rPr lang="en-US" sz="1600" dirty="0"/>
                <a:t>more lignin → higher investment in oxidative enzymes → lower CUE</a:t>
              </a:r>
            </a:p>
          </p:txBody>
        </p:sp>
        <p:sp>
          <p:nvSpPr>
            <p:cNvPr id="28" name="TextBox 27">
              <a:extLst>
                <a:ext uri="{FF2B5EF4-FFF2-40B4-BE49-F238E27FC236}">
                  <a16:creationId xmlns:a16="http://schemas.microsoft.com/office/drawing/2014/main" id="{78F726C9-B84F-7E5C-821A-82656AE33AD9}"/>
                </a:ext>
              </a:extLst>
            </p:cNvPr>
            <p:cNvSpPr txBox="1"/>
            <p:nvPr/>
          </p:nvSpPr>
          <p:spPr>
            <a:xfrm>
              <a:off x="6503658" y="1132008"/>
              <a:ext cx="3573607" cy="369332"/>
            </a:xfrm>
            <a:prstGeom prst="rect">
              <a:avLst/>
            </a:prstGeom>
            <a:noFill/>
          </p:spPr>
          <p:txBody>
            <a:bodyPr wrap="none" rtlCol="0">
              <a:spAutoFit/>
            </a:bodyPr>
            <a:lstStyle/>
            <a:p>
              <a:r>
                <a:rPr lang="en-US" b="1" dirty="0"/>
                <a:t>Trade off in litter decomposer traits</a:t>
              </a:r>
            </a:p>
          </p:txBody>
        </p:sp>
      </p:grpSp>
    </p:spTree>
    <p:extLst>
      <p:ext uri="{BB962C8B-B14F-4D97-AF65-F5344CB8AC3E}">
        <p14:creationId xmlns:p14="http://schemas.microsoft.com/office/powerpoint/2010/main" val="1184614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CC48121-A66C-D5EC-6D4F-A68913D1FBEC}"/>
              </a:ext>
            </a:extLst>
          </p:cNvPr>
          <p:cNvGrpSpPr/>
          <p:nvPr/>
        </p:nvGrpSpPr>
        <p:grpSpPr>
          <a:xfrm>
            <a:off x="0" y="1102658"/>
            <a:ext cx="12198096" cy="4861234"/>
            <a:chOff x="0" y="1102658"/>
            <a:chExt cx="12198096" cy="4861234"/>
          </a:xfrm>
        </p:grpSpPr>
        <p:pic>
          <p:nvPicPr>
            <p:cNvPr id="9" name="Graphic 8">
              <a:extLst>
                <a:ext uri="{FF2B5EF4-FFF2-40B4-BE49-F238E27FC236}">
                  <a16:creationId xmlns:a16="http://schemas.microsoft.com/office/drawing/2014/main" id="{26947130-80CE-F655-420D-3EE20F7DE4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102658"/>
              <a:ext cx="12198096" cy="4861234"/>
            </a:xfrm>
            <a:prstGeom prst="rect">
              <a:avLst/>
            </a:prstGeom>
          </p:spPr>
        </p:pic>
        <p:sp>
          <p:nvSpPr>
            <p:cNvPr id="6" name="TextBox 5">
              <a:extLst>
                <a:ext uri="{FF2B5EF4-FFF2-40B4-BE49-F238E27FC236}">
                  <a16:creationId xmlns:a16="http://schemas.microsoft.com/office/drawing/2014/main" id="{B69986DF-3635-02F5-DF4D-5A355A0556AC}"/>
                </a:ext>
              </a:extLst>
            </p:cNvPr>
            <p:cNvSpPr txBox="1"/>
            <p:nvPr/>
          </p:nvSpPr>
          <p:spPr>
            <a:xfrm>
              <a:off x="3219980" y="3771401"/>
              <a:ext cx="543739" cy="276999"/>
            </a:xfrm>
            <a:prstGeom prst="rect">
              <a:avLst/>
            </a:prstGeom>
            <a:noFill/>
          </p:spPr>
          <p:txBody>
            <a:bodyPr wrap="none" rtlCol="0">
              <a:spAutoFit/>
            </a:bodyPr>
            <a:lstStyle/>
            <a:p>
              <a:r>
                <a:rPr lang="en-US" sz="1200" b="1" dirty="0"/>
                <a:t>NPNE</a:t>
              </a:r>
            </a:p>
          </p:txBody>
        </p:sp>
        <p:sp>
          <p:nvSpPr>
            <p:cNvPr id="14" name="TextBox 13">
              <a:extLst>
                <a:ext uri="{FF2B5EF4-FFF2-40B4-BE49-F238E27FC236}">
                  <a16:creationId xmlns:a16="http://schemas.microsoft.com/office/drawing/2014/main" id="{91B3B27F-0BE0-20E7-4802-E752DFAC89BF}"/>
                </a:ext>
              </a:extLst>
            </p:cNvPr>
            <p:cNvSpPr txBox="1"/>
            <p:nvPr/>
          </p:nvSpPr>
          <p:spPr>
            <a:xfrm>
              <a:off x="5554660" y="3715364"/>
              <a:ext cx="1016625" cy="276999"/>
            </a:xfrm>
            <a:prstGeom prst="rect">
              <a:avLst/>
            </a:prstGeom>
            <a:noFill/>
          </p:spPr>
          <p:txBody>
            <a:bodyPr wrap="none" rtlCol="0">
              <a:spAutoFit/>
            </a:bodyPr>
            <a:lstStyle/>
            <a:p>
              <a:r>
                <a:rPr lang="en-US" sz="1200" b="1" dirty="0"/>
                <a:t>NPNE, NPWE</a:t>
              </a:r>
            </a:p>
          </p:txBody>
        </p:sp>
        <p:sp>
          <p:nvSpPr>
            <p:cNvPr id="15" name="TextBox 14">
              <a:extLst>
                <a:ext uri="{FF2B5EF4-FFF2-40B4-BE49-F238E27FC236}">
                  <a16:creationId xmlns:a16="http://schemas.microsoft.com/office/drawing/2014/main" id="{51F45F15-EFF6-49DB-1590-089F8A734B3C}"/>
                </a:ext>
              </a:extLst>
            </p:cNvPr>
            <p:cNvSpPr txBox="1"/>
            <p:nvPr/>
          </p:nvSpPr>
          <p:spPr>
            <a:xfrm>
              <a:off x="6353144" y="4249612"/>
              <a:ext cx="1146468" cy="276999"/>
            </a:xfrm>
            <a:prstGeom prst="rect">
              <a:avLst/>
            </a:prstGeom>
            <a:noFill/>
          </p:spPr>
          <p:txBody>
            <a:bodyPr wrap="square" rtlCol="0">
              <a:spAutoFit/>
            </a:bodyPr>
            <a:lstStyle/>
            <a:p>
              <a:r>
                <a:rPr lang="en-US" sz="1200" b="1" dirty="0"/>
                <a:t>PWOE</a:t>
              </a:r>
            </a:p>
          </p:txBody>
        </p:sp>
        <p:sp>
          <p:nvSpPr>
            <p:cNvPr id="18" name="TextBox 17">
              <a:extLst>
                <a:ext uri="{FF2B5EF4-FFF2-40B4-BE49-F238E27FC236}">
                  <a16:creationId xmlns:a16="http://schemas.microsoft.com/office/drawing/2014/main" id="{0956250C-7750-5803-C8F5-8CD91A6194C0}"/>
                </a:ext>
              </a:extLst>
            </p:cNvPr>
            <p:cNvSpPr txBox="1"/>
            <p:nvPr/>
          </p:nvSpPr>
          <p:spPr>
            <a:xfrm>
              <a:off x="7960686" y="3763162"/>
              <a:ext cx="1608780" cy="276999"/>
            </a:xfrm>
            <a:prstGeom prst="rect">
              <a:avLst/>
            </a:prstGeom>
            <a:noFill/>
          </p:spPr>
          <p:txBody>
            <a:bodyPr wrap="square" rtlCol="0">
              <a:spAutoFit/>
            </a:bodyPr>
            <a:lstStyle/>
            <a:p>
              <a:r>
                <a:rPr lang="en-US" sz="1200" b="1" dirty="0"/>
                <a:t>NPNE, NPWE, PWOE</a:t>
              </a:r>
            </a:p>
          </p:txBody>
        </p:sp>
        <p:sp>
          <p:nvSpPr>
            <p:cNvPr id="19" name="TextBox 18">
              <a:extLst>
                <a:ext uri="{FF2B5EF4-FFF2-40B4-BE49-F238E27FC236}">
                  <a16:creationId xmlns:a16="http://schemas.microsoft.com/office/drawing/2014/main" id="{F86F9216-1B40-EBF3-108E-DAD3A274D3F5}"/>
                </a:ext>
              </a:extLst>
            </p:cNvPr>
            <p:cNvSpPr txBox="1"/>
            <p:nvPr/>
          </p:nvSpPr>
          <p:spPr>
            <a:xfrm>
              <a:off x="8575757" y="4942111"/>
              <a:ext cx="596958" cy="276999"/>
            </a:xfrm>
            <a:prstGeom prst="rect">
              <a:avLst/>
            </a:prstGeom>
            <a:noFill/>
          </p:spPr>
          <p:txBody>
            <a:bodyPr wrap="none" rtlCol="0">
              <a:spAutoFit/>
            </a:bodyPr>
            <a:lstStyle/>
            <a:p>
              <a:r>
                <a:rPr lang="en-US" sz="1200" b="1" dirty="0"/>
                <a:t>PWOV</a:t>
              </a:r>
            </a:p>
          </p:txBody>
        </p:sp>
        <p:sp>
          <p:nvSpPr>
            <p:cNvPr id="26" name="TextBox 25">
              <a:extLst>
                <a:ext uri="{FF2B5EF4-FFF2-40B4-BE49-F238E27FC236}">
                  <a16:creationId xmlns:a16="http://schemas.microsoft.com/office/drawing/2014/main" id="{7E9F8D4A-A8FA-88A0-6C4F-61A1FAC213CF}"/>
                </a:ext>
              </a:extLst>
            </p:cNvPr>
            <p:cNvSpPr txBox="1"/>
            <p:nvPr/>
          </p:nvSpPr>
          <p:spPr>
            <a:xfrm>
              <a:off x="10484425" y="4526611"/>
              <a:ext cx="1530932" cy="461665"/>
            </a:xfrm>
            <a:prstGeom prst="rect">
              <a:avLst/>
            </a:prstGeom>
            <a:noFill/>
          </p:spPr>
          <p:txBody>
            <a:bodyPr wrap="none" rtlCol="0">
              <a:spAutoFit/>
            </a:bodyPr>
            <a:lstStyle/>
            <a:p>
              <a:pPr algn="ctr"/>
              <a:r>
                <a:rPr lang="en-US" sz="1200" b="1" dirty="0"/>
                <a:t>NPNE, NPWE, PWOE,</a:t>
              </a:r>
            </a:p>
            <a:p>
              <a:pPr algn="ctr"/>
              <a:r>
                <a:rPr lang="en-US" sz="1200" b="1" dirty="0"/>
                <a:t>PWOV</a:t>
              </a:r>
            </a:p>
          </p:txBody>
        </p:sp>
        <p:sp>
          <p:nvSpPr>
            <p:cNvPr id="13" name="TextBox 12">
              <a:extLst>
                <a:ext uri="{FF2B5EF4-FFF2-40B4-BE49-F238E27FC236}">
                  <a16:creationId xmlns:a16="http://schemas.microsoft.com/office/drawing/2014/main" id="{73CB18EB-EB77-7ED2-D563-7F7370F233E3}"/>
                </a:ext>
              </a:extLst>
            </p:cNvPr>
            <p:cNvSpPr txBox="1"/>
            <p:nvPr/>
          </p:nvSpPr>
          <p:spPr>
            <a:xfrm>
              <a:off x="3607002" y="4971050"/>
              <a:ext cx="582211" cy="276999"/>
            </a:xfrm>
            <a:prstGeom prst="rect">
              <a:avLst/>
            </a:prstGeom>
            <a:noFill/>
          </p:spPr>
          <p:txBody>
            <a:bodyPr wrap="none" rtlCol="0">
              <a:spAutoFit/>
            </a:bodyPr>
            <a:lstStyle/>
            <a:p>
              <a:r>
                <a:rPr lang="en-US" sz="1200" b="1" dirty="0"/>
                <a:t>NPWE</a:t>
              </a:r>
            </a:p>
          </p:txBody>
        </p:sp>
        <p:sp>
          <p:nvSpPr>
            <p:cNvPr id="22" name="TextBox 21">
              <a:extLst>
                <a:ext uri="{FF2B5EF4-FFF2-40B4-BE49-F238E27FC236}">
                  <a16:creationId xmlns:a16="http://schemas.microsoft.com/office/drawing/2014/main" id="{93179044-B122-4EEC-12B0-DA01AA00958B}"/>
                </a:ext>
              </a:extLst>
            </p:cNvPr>
            <p:cNvSpPr txBox="1"/>
            <p:nvPr/>
          </p:nvSpPr>
          <p:spPr>
            <a:xfrm>
              <a:off x="4299789" y="4440425"/>
              <a:ext cx="596958" cy="276999"/>
            </a:xfrm>
            <a:prstGeom prst="rect">
              <a:avLst/>
            </a:prstGeom>
            <a:noFill/>
          </p:spPr>
          <p:txBody>
            <a:bodyPr wrap="none" rtlCol="0">
              <a:spAutoFit/>
            </a:bodyPr>
            <a:lstStyle/>
            <a:p>
              <a:r>
                <a:rPr lang="en-US" sz="1200" b="1" dirty="0"/>
                <a:t>PWOV</a:t>
              </a:r>
            </a:p>
          </p:txBody>
        </p:sp>
        <p:sp>
          <p:nvSpPr>
            <p:cNvPr id="23" name="TextBox 22">
              <a:extLst>
                <a:ext uri="{FF2B5EF4-FFF2-40B4-BE49-F238E27FC236}">
                  <a16:creationId xmlns:a16="http://schemas.microsoft.com/office/drawing/2014/main" id="{C152E8CC-FE48-0715-0916-789807529080}"/>
                </a:ext>
              </a:extLst>
            </p:cNvPr>
            <p:cNvSpPr txBox="1"/>
            <p:nvPr/>
          </p:nvSpPr>
          <p:spPr>
            <a:xfrm>
              <a:off x="4092250" y="4069398"/>
              <a:ext cx="582211" cy="276999"/>
            </a:xfrm>
            <a:prstGeom prst="rect">
              <a:avLst/>
            </a:prstGeom>
            <a:noFill/>
          </p:spPr>
          <p:txBody>
            <a:bodyPr wrap="none" rtlCol="0">
              <a:spAutoFit/>
            </a:bodyPr>
            <a:lstStyle/>
            <a:p>
              <a:r>
                <a:rPr lang="en-US" sz="1200" b="1" dirty="0"/>
                <a:t>PWOE</a:t>
              </a:r>
            </a:p>
          </p:txBody>
        </p:sp>
        <p:sp>
          <p:nvSpPr>
            <p:cNvPr id="5" name="TextBox 4">
              <a:extLst>
                <a:ext uri="{FF2B5EF4-FFF2-40B4-BE49-F238E27FC236}">
                  <a16:creationId xmlns:a16="http://schemas.microsoft.com/office/drawing/2014/main" id="{C911788F-BD77-507E-DFC3-A954AD586302}"/>
                </a:ext>
              </a:extLst>
            </p:cNvPr>
            <p:cNvSpPr txBox="1"/>
            <p:nvPr/>
          </p:nvSpPr>
          <p:spPr>
            <a:xfrm>
              <a:off x="6284259" y="5061606"/>
              <a:ext cx="987172" cy="276999"/>
            </a:xfrm>
            <a:prstGeom prst="rect">
              <a:avLst/>
            </a:prstGeom>
            <a:noFill/>
          </p:spPr>
          <p:txBody>
            <a:bodyPr wrap="square" rtlCol="0">
              <a:spAutoFit/>
            </a:bodyPr>
            <a:lstStyle/>
            <a:p>
              <a:r>
                <a:rPr lang="en-US" sz="1200" b="1" dirty="0"/>
                <a:t>PWOV</a:t>
              </a:r>
            </a:p>
          </p:txBody>
        </p:sp>
      </p:grpSp>
      <p:sp>
        <p:nvSpPr>
          <p:cNvPr id="11" name="TextBox 10">
            <a:extLst>
              <a:ext uri="{FF2B5EF4-FFF2-40B4-BE49-F238E27FC236}">
                <a16:creationId xmlns:a16="http://schemas.microsoft.com/office/drawing/2014/main" id="{04413782-9FA1-639F-C239-36517CEC74C7}"/>
              </a:ext>
            </a:extLst>
          </p:cNvPr>
          <p:cNvSpPr txBox="1"/>
          <p:nvPr/>
        </p:nvSpPr>
        <p:spPr>
          <a:xfrm>
            <a:off x="435346" y="153090"/>
            <a:ext cx="6096000" cy="400110"/>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Times New Roman" panose="02020603050405020304" pitchFamily="18" charset="0"/>
              </a:rPr>
              <a:t>Figure 3</a:t>
            </a:r>
            <a:endParaRPr lang="en-US" sz="2000" dirty="0"/>
          </a:p>
        </p:txBody>
      </p:sp>
    </p:spTree>
    <p:extLst>
      <p:ext uri="{BB962C8B-B14F-4D97-AF65-F5344CB8AC3E}">
        <p14:creationId xmlns:p14="http://schemas.microsoft.com/office/powerpoint/2010/main" val="2712380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4ED0F7B-2209-2871-7B01-DD34C656A0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28825" y="733425"/>
            <a:ext cx="8134350" cy="5391150"/>
          </a:xfrm>
          <a:prstGeom prst="rect">
            <a:avLst/>
          </a:prstGeom>
        </p:spPr>
      </p:pic>
      <p:sp>
        <p:nvSpPr>
          <p:cNvPr id="6" name="TextBox 5">
            <a:extLst>
              <a:ext uri="{FF2B5EF4-FFF2-40B4-BE49-F238E27FC236}">
                <a16:creationId xmlns:a16="http://schemas.microsoft.com/office/drawing/2014/main" id="{3A3CC1A0-CD9B-0F39-81E5-7741436DFE18}"/>
              </a:ext>
            </a:extLst>
          </p:cNvPr>
          <p:cNvSpPr txBox="1"/>
          <p:nvPr/>
        </p:nvSpPr>
        <p:spPr>
          <a:xfrm>
            <a:off x="2725271" y="548759"/>
            <a:ext cx="7028014" cy="369332"/>
          </a:xfrm>
          <a:prstGeom prst="rect">
            <a:avLst/>
          </a:prstGeom>
          <a:noFill/>
        </p:spPr>
        <p:txBody>
          <a:bodyPr wrap="none" rtlCol="0">
            <a:spAutoFit/>
          </a:bodyPr>
          <a:lstStyle/>
          <a:p>
            <a:r>
              <a:rPr lang="en-US" dirty="0"/>
              <a:t>Observed vs Simulated [gC] for Each Model and Compound (flexible CUE)</a:t>
            </a:r>
          </a:p>
        </p:txBody>
      </p:sp>
    </p:spTree>
    <p:extLst>
      <p:ext uri="{BB962C8B-B14F-4D97-AF65-F5344CB8AC3E}">
        <p14:creationId xmlns:p14="http://schemas.microsoft.com/office/powerpoint/2010/main" val="2320167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5C777-146A-869D-2C0C-0BDABBA6FFD1}"/>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039121C2-41E6-E2BB-A034-B66D06EE54B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28825" y="783616"/>
            <a:ext cx="8134350" cy="5391150"/>
          </a:xfrm>
          <a:prstGeom prst="rect">
            <a:avLst/>
          </a:prstGeom>
        </p:spPr>
      </p:pic>
      <p:sp>
        <p:nvSpPr>
          <p:cNvPr id="6" name="TextBox 5">
            <a:extLst>
              <a:ext uri="{FF2B5EF4-FFF2-40B4-BE49-F238E27FC236}">
                <a16:creationId xmlns:a16="http://schemas.microsoft.com/office/drawing/2014/main" id="{14787C57-B335-2C5C-A370-BAAFB44EAF3E}"/>
              </a:ext>
            </a:extLst>
          </p:cNvPr>
          <p:cNvSpPr txBox="1"/>
          <p:nvPr/>
        </p:nvSpPr>
        <p:spPr>
          <a:xfrm>
            <a:off x="2725271" y="548759"/>
            <a:ext cx="7034426" cy="369332"/>
          </a:xfrm>
          <a:prstGeom prst="rect">
            <a:avLst/>
          </a:prstGeom>
          <a:noFill/>
        </p:spPr>
        <p:txBody>
          <a:bodyPr wrap="none" rtlCol="0">
            <a:spAutoFit/>
          </a:bodyPr>
          <a:lstStyle/>
          <a:p>
            <a:r>
              <a:rPr lang="en-US" dirty="0"/>
              <a:t>Observed vs Simulated [gC] for Each Model and Compound (N Retention)</a:t>
            </a:r>
          </a:p>
        </p:txBody>
      </p:sp>
    </p:spTree>
    <p:extLst>
      <p:ext uri="{BB962C8B-B14F-4D97-AF65-F5344CB8AC3E}">
        <p14:creationId xmlns:p14="http://schemas.microsoft.com/office/powerpoint/2010/main" val="1265975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8B15DF6-7E29-554D-2591-E5A14C06A9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71625" y="1190625"/>
            <a:ext cx="9048750" cy="4476750"/>
          </a:xfrm>
          <a:prstGeom prst="rect">
            <a:avLst/>
          </a:prstGeom>
        </p:spPr>
      </p:pic>
    </p:spTree>
    <p:extLst>
      <p:ext uri="{BB962C8B-B14F-4D97-AF65-F5344CB8AC3E}">
        <p14:creationId xmlns:p14="http://schemas.microsoft.com/office/powerpoint/2010/main" val="3817074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086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622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AI-generated content may be incorrect.">
            <a:extLst>
              <a:ext uri="{FF2B5EF4-FFF2-40B4-BE49-F238E27FC236}">
                <a16:creationId xmlns:a16="http://schemas.microsoft.com/office/drawing/2014/main" id="{AA4E0521-4B49-03C6-2A67-307950C671F5}"/>
              </a:ext>
            </a:extLst>
          </p:cNvPr>
          <p:cNvPicPr>
            <a:picLocks noChangeAspect="1"/>
          </p:cNvPicPr>
          <p:nvPr/>
        </p:nvPicPr>
        <p:blipFill>
          <a:blip r:embed="rId2"/>
          <a:stretch>
            <a:fillRect/>
          </a:stretch>
        </p:blipFill>
        <p:spPr>
          <a:xfrm>
            <a:off x="59395" y="0"/>
            <a:ext cx="12073209" cy="6858000"/>
          </a:xfrm>
          <a:prstGeom prst="rect">
            <a:avLst/>
          </a:prstGeom>
        </p:spPr>
      </p:pic>
    </p:spTree>
    <p:extLst>
      <p:ext uri="{BB962C8B-B14F-4D97-AF65-F5344CB8AC3E}">
        <p14:creationId xmlns:p14="http://schemas.microsoft.com/office/powerpoint/2010/main" val="2634267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AI-generated content may be incorrect.">
            <a:extLst>
              <a:ext uri="{FF2B5EF4-FFF2-40B4-BE49-F238E27FC236}">
                <a16:creationId xmlns:a16="http://schemas.microsoft.com/office/drawing/2014/main" id="{D23777DA-A87F-BA3F-DBE1-F0AA63CF8984}"/>
              </a:ext>
            </a:extLst>
          </p:cNvPr>
          <p:cNvPicPr>
            <a:picLocks noChangeAspect="1"/>
          </p:cNvPicPr>
          <p:nvPr/>
        </p:nvPicPr>
        <p:blipFill>
          <a:blip r:embed="rId2"/>
          <a:stretch>
            <a:fillRect/>
          </a:stretch>
        </p:blipFill>
        <p:spPr>
          <a:xfrm>
            <a:off x="59395" y="0"/>
            <a:ext cx="12073209" cy="6858000"/>
          </a:xfrm>
          <a:prstGeom prst="rect">
            <a:avLst/>
          </a:prstGeom>
        </p:spPr>
      </p:pic>
    </p:spTree>
    <p:extLst>
      <p:ext uri="{BB962C8B-B14F-4D97-AF65-F5344CB8AC3E}">
        <p14:creationId xmlns:p14="http://schemas.microsoft.com/office/powerpoint/2010/main" val="275083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08311-717C-DBAA-D978-F30D2119191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158DEDA-AD60-A2C2-4171-BDAF66592535}"/>
              </a:ext>
            </a:extLst>
          </p:cNvPr>
          <p:cNvPicPr>
            <a:picLocks noChangeAspect="1"/>
          </p:cNvPicPr>
          <p:nvPr/>
        </p:nvPicPr>
        <p:blipFill>
          <a:blip r:embed="rId2"/>
          <a:stretch>
            <a:fillRect/>
          </a:stretch>
        </p:blipFill>
        <p:spPr>
          <a:xfrm>
            <a:off x="487944" y="0"/>
            <a:ext cx="3682397" cy="6858000"/>
          </a:xfrm>
          <a:prstGeom prst="rect">
            <a:avLst/>
          </a:prstGeom>
        </p:spPr>
      </p:pic>
      <p:pic>
        <p:nvPicPr>
          <p:cNvPr id="5" name="Picture 4">
            <a:extLst>
              <a:ext uri="{FF2B5EF4-FFF2-40B4-BE49-F238E27FC236}">
                <a16:creationId xmlns:a16="http://schemas.microsoft.com/office/drawing/2014/main" id="{455C94C7-75CA-1825-2E8E-462B5DFAB546}"/>
              </a:ext>
            </a:extLst>
          </p:cNvPr>
          <p:cNvPicPr>
            <a:picLocks noChangeAspect="1"/>
          </p:cNvPicPr>
          <p:nvPr/>
        </p:nvPicPr>
        <p:blipFill>
          <a:blip r:embed="rId3"/>
          <a:stretch>
            <a:fillRect/>
          </a:stretch>
        </p:blipFill>
        <p:spPr>
          <a:xfrm>
            <a:off x="5037448" y="0"/>
            <a:ext cx="3687047" cy="6858000"/>
          </a:xfrm>
          <a:prstGeom prst="rect">
            <a:avLst/>
          </a:prstGeom>
        </p:spPr>
      </p:pic>
      <p:sp>
        <p:nvSpPr>
          <p:cNvPr id="6" name="TextBox 5">
            <a:extLst>
              <a:ext uri="{FF2B5EF4-FFF2-40B4-BE49-F238E27FC236}">
                <a16:creationId xmlns:a16="http://schemas.microsoft.com/office/drawing/2014/main" id="{9E025FC6-C90E-A1E4-2348-433CDDE306BB}"/>
              </a:ext>
            </a:extLst>
          </p:cNvPr>
          <p:cNvSpPr txBox="1"/>
          <p:nvPr/>
        </p:nvSpPr>
        <p:spPr>
          <a:xfrm>
            <a:off x="9075156" y="1847850"/>
            <a:ext cx="2628900" cy="1323439"/>
          </a:xfrm>
          <a:prstGeom prst="rect">
            <a:avLst/>
          </a:prstGeom>
          <a:noFill/>
        </p:spPr>
        <p:txBody>
          <a:bodyPr wrap="square" rtlCol="0">
            <a:spAutoFit/>
          </a:bodyPr>
          <a:lstStyle/>
          <a:p>
            <a:r>
              <a:rPr lang="en-US" sz="1600" dirty="0"/>
              <a:t>Each row is a different rate constant; left panel scatter plot with training and testing data, and right with feature importance</a:t>
            </a:r>
          </a:p>
        </p:txBody>
      </p:sp>
      <p:sp>
        <p:nvSpPr>
          <p:cNvPr id="7" name="TextBox 6">
            <a:extLst>
              <a:ext uri="{FF2B5EF4-FFF2-40B4-BE49-F238E27FC236}">
                <a16:creationId xmlns:a16="http://schemas.microsoft.com/office/drawing/2014/main" id="{89AA2E6E-A3DE-4340-A67F-E4BDB70A9916}"/>
              </a:ext>
            </a:extLst>
          </p:cNvPr>
          <p:cNvSpPr txBox="1"/>
          <p:nvPr/>
        </p:nvSpPr>
        <p:spPr>
          <a:xfrm>
            <a:off x="3372337" y="2009775"/>
            <a:ext cx="1314450" cy="369332"/>
          </a:xfrm>
          <a:prstGeom prst="rect">
            <a:avLst/>
          </a:prstGeom>
          <a:noFill/>
        </p:spPr>
        <p:txBody>
          <a:bodyPr wrap="square" rtlCol="0">
            <a:spAutoFit/>
          </a:bodyPr>
          <a:lstStyle/>
          <a:p>
            <a:r>
              <a:rPr lang="en-US" b="1" dirty="0">
                <a:highlight>
                  <a:srgbClr val="FFFF00"/>
                </a:highlight>
              </a:rPr>
              <a:t>XGBOOST</a:t>
            </a:r>
          </a:p>
        </p:txBody>
      </p:sp>
      <p:sp>
        <p:nvSpPr>
          <p:cNvPr id="8" name="TextBox 7">
            <a:extLst>
              <a:ext uri="{FF2B5EF4-FFF2-40B4-BE49-F238E27FC236}">
                <a16:creationId xmlns:a16="http://schemas.microsoft.com/office/drawing/2014/main" id="{B3C5DC29-1D77-8331-3B3D-E7817C438472}"/>
              </a:ext>
            </a:extLst>
          </p:cNvPr>
          <p:cNvSpPr txBox="1"/>
          <p:nvPr/>
        </p:nvSpPr>
        <p:spPr>
          <a:xfrm>
            <a:off x="8599311" y="390525"/>
            <a:ext cx="1790295" cy="369332"/>
          </a:xfrm>
          <a:prstGeom prst="rect">
            <a:avLst/>
          </a:prstGeom>
          <a:noFill/>
        </p:spPr>
        <p:txBody>
          <a:bodyPr wrap="square" rtlCol="0">
            <a:spAutoFit/>
          </a:bodyPr>
          <a:lstStyle/>
          <a:p>
            <a:r>
              <a:rPr lang="en-US" b="1" dirty="0">
                <a:highlight>
                  <a:srgbClr val="FFFF00"/>
                </a:highlight>
              </a:rPr>
              <a:t>Random forest</a:t>
            </a:r>
          </a:p>
        </p:txBody>
      </p:sp>
      <p:sp>
        <p:nvSpPr>
          <p:cNvPr id="9" name="TextBox 8">
            <a:extLst>
              <a:ext uri="{FF2B5EF4-FFF2-40B4-BE49-F238E27FC236}">
                <a16:creationId xmlns:a16="http://schemas.microsoft.com/office/drawing/2014/main" id="{F9BC067F-D557-91F1-CEF5-458C2B13931F}"/>
              </a:ext>
            </a:extLst>
          </p:cNvPr>
          <p:cNvSpPr txBox="1"/>
          <p:nvPr/>
        </p:nvSpPr>
        <p:spPr>
          <a:xfrm>
            <a:off x="9246606" y="4686300"/>
            <a:ext cx="2628900" cy="923330"/>
          </a:xfrm>
          <a:prstGeom prst="rect">
            <a:avLst/>
          </a:prstGeom>
          <a:noFill/>
        </p:spPr>
        <p:txBody>
          <a:bodyPr wrap="square" rtlCol="0">
            <a:spAutoFit/>
          </a:bodyPr>
          <a:lstStyle/>
          <a:p>
            <a:r>
              <a:rPr lang="en-US" dirty="0">
                <a:solidFill>
                  <a:srgbClr val="FF0000"/>
                </a:solidFill>
              </a:rPr>
              <a:t>Overall poor model fit and MAT not a significant predictor!!</a:t>
            </a:r>
          </a:p>
        </p:txBody>
      </p:sp>
      <p:cxnSp>
        <p:nvCxnSpPr>
          <p:cNvPr id="11" name="Straight Connector 10">
            <a:extLst>
              <a:ext uri="{FF2B5EF4-FFF2-40B4-BE49-F238E27FC236}">
                <a16:creationId xmlns:a16="http://schemas.microsoft.com/office/drawing/2014/main" id="{7D44E964-CD52-6E02-80B7-529861F99C54}"/>
              </a:ext>
            </a:extLst>
          </p:cNvPr>
          <p:cNvCxnSpPr/>
          <p:nvPr/>
        </p:nvCxnSpPr>
        <p:spPr>
          <a:xfrm>
            <a:off x="4686787" y="76200"/>
            <a:ext cx="0" cy="678180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86368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78CCC1F7-326D-1A2B-B69E-DD8F072FAC20}"/>
              </a:ext>
            </a:extLst>
          </p:cNvPr>
          <p:cNvGraphicFramePr>
            <a:graphicFrameLocks noChangeAspect="1"/>
          </p:cNvGraphicFramePr>
          <p:nvPr>
            <p:extLst>
              <p:ext uri="{D42A27DB-BD31-4B8C-83A1-F6EECF244321}">
                <p14:modId xmlns:p14="http://schemas.microsoft.com/office/powerpoint/2010/main" val="4198492093"/>
              </p:ext>
            </p:extLst>
          </p:nvPr>
        </p:nvGraphicFramePr>
        <p:xfrm>
          <a:off x="289781" y="3637954"/>
          <a:ext cx="1009650" cy="514350"/>
        </p:xfrm>
        <a:graphic>
          <a:graphicData uri="http://schemas.openxmlformats.org/presentationml/2006/ole">
            <mc:AlternateContent xmlns:mc="http://schemas.openxmlformats.org/markup-compatibility/2006">
              <mc:Choice xmlns:v="urn:schemas-microsoft-com:vml" Requires="v">
                <p:oleObj name="Packager Shell Object" showAsIcon="1" r:id="rId2" imgW="1009484" imgH="514350" progId="Package">
                  <p:embed/>
                </p:oleObj>
              </mc:Choice>
              <mc:Fallback>
                <p:oleObj name="Packager Shell Object" showAsIcon="1" r:id="rId2" imgW="1009484" imgH="514350" progId="Package">
                  <p:embed/>
                  <p:pic>
                    <p:nvPicPr>
                      <p:cNvPr id="4" name="Object 3">
                        <a:extLst>
                          <a:ext uri="{FF2B5EF4-FFF2-40B4-BE49-F238E27FC236}">
                            <a16:creationId xmlns:a16="http://schemas.microsoft.com/office/drawing/2014/main" id="{78CCC1F7-326D-1A2B-B69E-DD8F072FAC20}"/>
                          </a:ext>
                        </a:extLst>
                      </p:cNvPr>
                      <p:cNvPicPr/>
                      <p:nvPr/>
                    </p:nvPicPr>
                    <p:blipFill>
                      <a:blip r:embed="rId3"/>
                      <a:stretch>
                        <a:fillRect/>
                      </a:stretch>
                    </p:blipFill>
                    <p:spPr>
                      <a:xfrm>
                        <a:off x="289781" y="3637954"/>
                        <a:ext cx="1009650" cy="514350"/>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56051E00-EEBB-F863-AF57-F8E2A324D2EE}"/>
              </a:ext>
            </a:extLst>
          </p:cNvPr>
          <p:cNvPicPr>
            <a:picLocks noChangeAspect="1"/>
          </p:cNvPicPr>
          <p:nvPr/>
        </p:nvPicPr>
        <p:blipFill>
          <a:blip r:embed="rId4"/>
          <a:stretch>
            <a:fillRect/>
          </a:stretch>
        </p:blipFill>
        <p:spPr>
          <a:xfrm>
            <a:off x="1466850" y="0"/>
            <a:ext cx="4918446" cy="6858000"/>
          </a:xfrm>
          <a:prstGeom prst="rect">
            <a:avLst/>
          </a:prstGeom>
        </p:spPr>
      </p:pic>
      <p:sp>
        <p:nvSpPr>
          <p:cNvPr id="7" name="TextBox 6">
            <a:extLst>
              <a:ext uri="{FF2B5EF4-FFF2-40B4-BE49-F238E27FC236}">
                <a16:creationId xmlns:a16="http://schemas.microsoft.com/office/drawing/2014/main" id="{DA51A8CD-CCB6-D4A7-01D5-93B56B39D315}"/>
              </a:ext>
            </a:extLst>
          </p:cNvPr>
          <p:cNvSpPr txBox="1"/>
          <p:nvPr/>
        </p:nvSpPr>
        <p:spPr>
          <a:xfrm>
            <a:off x="180976" y="2571750"/>
            <a:ext cx="1285874" cy="923330"/>
          </a:xfrm>
          <a:prstGeom prst="rect">
            <a:avLst/>
          </a:prstGeom>
          <a:noFill/>
        </p:spPr>
        <p:txBody>
          <a:bodyPr wrap="square" rtlCol="0">
            <a:spAutoFit/>
          </a:bodyPr>
          <a:lstStyle/>
          <a:p>
            <a:pPr algn="ctr"/>
            <a:r>
              <a:rPr lang="en-US" dirty="0"/>
              <a:t>Full model with interactions</a:t>
            </a:r>
          </a:p>
        </p:txBody>
      </p:sp>
      <p:pic>
        <p:nvPicPr>
          <p:cNvPr id="9" name="Picture 8">
            <a:extLst>
              <a:ext uri="{FF2B5EF4-FFF2-40B4-BE49-F238E27FC236}">
                <a16:creationId xmlns:a16="http://schemas.microsoft.com/office/drawing/2014/main" id="{8F16F4D4-E7E8-E31C-E202-DDEF68E7006C}"/>
              </a:ext>
            </a:extLst>
          </p:cNvPr>
          <p:cNvPicPr>
            <a:picLocks noChangeAspect="1"/>
          </p:cNvPicPr>
          <p:nvPr/>
        </p:nvPicPr>
        <p:blipFill>
          <a:blip r:embed="rId5"/>
          <a:stretch>
            <a:fillRect/>
          </a:stretch>
        </p:blipFill>
        <p:spPr>
          <a:xfrm>
            <a:off x="6820516" y="501491"/>
            <a:ext cx="5371484" cy="4510467"/>
          </a:xfrm>
          <a:prstGeom prst="rect">
            <a:avLst/>
          </a:prstGeom>
        </p:spPr>
      </p:pic>
      <p:sp>
        <p:nvSpPr>
          <p:cNvPr id="10" name="TextBox 9">
            <a:extLst>
              <a:ext uri="{FF2B5EF4-FFF2-40B4-BE49-F238E27FC236}">
                <a16:creationId xmlns:a16="http://schemas.microsoft.com/office/drawing/2014/main" id="{67501513-78F1-7703-543B-53436BEBB5B2}"/>
              </a:ext>
            </a:extLst>
          </p:cNvPr>
          <p:cNvSpPr txBox="1"/>
          <p:nvPr/>
        </p:nvSpPr>
        <p:spPr>
          <a:xfrm>
            <a:off x="346200" y="4152304"/>
            <a:ext cx="815119" cy="1169551"/>
          </a:xfrm>
          <a:prstGeom prst="rect">
            <a:avLst/>
          </a:prstGeom>
          <a:noFill/>
        </p:spPr>
        <p:txBody>
          <a:bodyPr wrap="square" rtlCol="0">
            <a:spAutoFit/>
          </a:bodyPr>
          <a:lstStyle/>
          <a:p>
            <a:r>
              <a:rPr lang="en-US" sz="1400" dirty="0"/>
              <a:t>Click on html file for higher res table</a:t>
            </a:r>
          </a:p>
        </p:txBody>
      </p:sp>
      <p:sp>
        <p:nvSpPr>
          <p:cNvPr id="11" name="TextBox 10">
            <a:extLst>
              <a:ext uri="{FF2B5EF4-FFF2-40B4-BE49-F238E27FC236}">
                <a16:creationId xmlns:a16="http://schemas.microsoft.com/office/drawing/2014/main" id="{65297150-0E69-CD62-A0D3-FD2C2965072C}"/>
              </a:ext>
            </a:extLst>
          </p:cNvPr>
          <p:cNvSpPr txBox="1"/>
          <p:nvPr/>
        </p:nvSpPr>
        <p:spPr>
          <a:xfrm>
            <a:off x="7553942" y="0"/>
            <a:ext cx="3419474" cy="369332"/>
          </a:xfrm>
          <a:prstGeom prst="rect">
            <a:avLst/>
          </a:prstGeom>
          <a:noFill/>
        </p:spPr>
        <p:txBody>
          <a:bodyPr wrap="square" rtlCol="0">
            <a:spAutoFit/>
          </a:bodyPr>
          <a:lstStyle/>
          <a:p>
            <a:pPr algn="ctr"/>
            <a:r>
              <a:rPr lang="en-US" dirty="0"/>
              <a:t>Full model without interactions</a:t>
            </a:r>
          </a:p>
        </p:txBody>
      </p:sp>
      <p:sp>
        <p:nvSpPr>
          <p:cNvPr id="12" name="TextBox 11">
            <a:extLst>
              <a:ext uri="{FF2B5EF4-FFF2-40B4-BE49-F238E27FC236}">
                <a16:creationId xmlns:a16="http://schemas.microsoft.com/office/drawing/2014/main" id="{6F2E69DD-CA63-271C-953F-86C3BC21FA3B}"/>
              </a:ext>
            </a:extLst>
          </p:cNvPr>
          <p:cNvSpPr txBox="1"/>
          <p:nvPr/>
        </p:nvSpPr>
        <p:spPr>
          <a:xfrm>
            <a:off x="7115791" y="5534025"/>
            <a:ext cx="4780934" cy="646331"/>
          </a:xfrm>
          <a:prstGeom prst="rect">
            <a:avLst/>
          </a:prstGeom>
          <a:noFill/>
        </p:spPr>
        <p:txBody>
          <a:bodyPr wrap="square" rtlCol="0">
            <a:spAutoFit/>
          </a:bodyPr>
          <a:lstStyle/>
          <a:p>
            <a:r>
              <a:rPr lang="en-US" dirty="0">
                <a:solidFill>
                  <a:srgbClr val="FF0000"/>
                </a:solidFill>
              </a:rPr>
              <a:t>Overall poor model fit and MAT not a significant predictor!!</a:t>
            </a:r>
          </a:p>
        </p:txBody>
      </p:sp>
    </p:spTree>
    <p:extLst>
      <p:ext uri="{BB962C8B-B14F-4D97-AF65-F5344CB8AC3E}">
        <p14:creationId xmlns:p14="http://schemas.microsoft.com/office/powerpoint/2010/main" val="7668418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8433</TotalTime>
  <Words>471</Words>
  <Application>Microsoft Office PowerPoint</Application>
  <PresentationFormat>Widescreen</PresentationFormat>
  <Paragraphs>92</Paragraphs>
  <Slides>13</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9" baseType="lpstr">
      <vt:lpstr>Arial</vt:lpstr>
      <vt:lpstr>Calibri</vt:lpstr>
      <vt:lpstr>Calibri Light</vt:lpstr>
      <vt:lpstr>Cambria Math</vt:lpstr>
      <vt:lpstr>Office Theme</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Chakrawal, Arjun</dc:creator>
  <cp:lastModifiedBy>Chakrawal, Arjun</cp:lastModifiedBy>
  <cp:revision>9</cp:revision>
  <dcterms:created xsi:type="dcterms:W3CDTF">2024-03-20T22:21:30Z</dcterms:created>
  <dcterms:modified xsi:type="dcterms:W3CDTF">2026-01-24T04:55:39Z</dcterms:modified>
</cp:coreProperties>
</file>